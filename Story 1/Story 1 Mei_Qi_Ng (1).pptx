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60" r:id="rId1"/>
  </p:sldMasterIdLst>
  <p:notesMasterIdLst>
    <p:notesMasterId r:id="rId8"/>
  </p:notesMasterIdLst>
  <p:sldIdLst>
    <p:sldId id="256" r:id="rId2"/>
    <p:sldId id="257" r:id="rId3"/>
    <p:sldId id="261" r:id="rId4"/>
    <p:sldId id="258" r:id="rId5"/>
    <p:sldId id="259" r:id="rId6"/>
    <p:sldId id="260" r:id="rId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959C43-C9B2-45E4-A1FE-5600D4AFDFAC}" v="6" dt="2026-09-16T19:36:08.9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418" autoAdjust="0"/>
  </p:normalViewPr>
  <p:slideViewPr>
    <p:cSldViewPr snapToGrid="0" snapToObjects="1">
      <p:cViewPr>
        <p:scale>
          <a:sx n="53" d="100"/>
          <a:sy n="53" d="100"/>
        </p:scale>
        <p:origin x="1660" y="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D826F5-D1AF-4F8B-B06A-75468C97C627}" type="datetimeFigureOut">
              <a:rPr lang="en-US" smtClean="0"/>
              <a:t>9/16/2026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605DD9-5A00-4EB6-867B-83C99FA1707E}" type="slidenum">
              <a:rPr lang="en-US" smtClean="0"/>
              <a:t>‹#›</a:t>
            </a:fld>
            <a:endParaRPr lang="en-US"/>
          </a:p>
        </p:txBody>
      </p:sp>
    </p:spTree>
    <p:extLst>
      <p:ext uri="{BB962C8B-B14F-4D97-AF65-F5344CB8AC3E}">
        <p14:creationId xmlns:p14="http://schemas.microsoft.com/office/powerpoint/2010/main" val="42645225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my name is Mei Qi Ng, and today I’ll be presenting my Story 1 analysis for DATA 608. We are going to look at the Infrastructure Investment and Jobs Act funding to answer two core questions: Is the allocation equitable by population, and does it financially favor the Biden administration?</a:t>
            </a:r>
          </a:p>
        </p:txBody>
      </p:sp>
      <p:sp>
        <p:nvSpPr>
          <p:cNvPr id="4" name="Slide Number Placeholder 3"/>
          <p:cNvSpPr>
            <a:spLocks noGrp="1"/>
          </p:cNvSpPr>
          <p:nvPr>
            <p:ph type="sldNum" sz="quarter" idx="5"/>
          </p:nvPr>
        </p:nvSpPr>
        <p:spPr/>
        <p:txBody>
          <a:bodyPr/>
          <a:lstStyle/>
          <a:p>
            <a:fld id="{20605DD9-5A00-4EB6-867B-83C99FA1707E}" type="slidenum">
              <a:rPr lang="en-US" smtClean="0"/>
              <a:t>1</a:t>
            </a:fld>
            <a:endParaRPr lang="en-US"/>
          </a:p>
        </p:txBody>
      </p:sp>
    </p:spTree>
    <p:extLst>
      <p:ext uri="{BB962C8B-B14F-4D97-AF65-F5344CB8AC3E}">
        <p14:creationId xmlns:p14="http://schemas.microsoft.com/office/powerpoint/2010/main" val="23099977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ensure data </a:t>
            </a:r>
            <a:r>
              <a:rPr lang="en-US" sz="1200" i="1" kern="1200" dirty="0">
                <a:solidFill>
                  <a:schemeClr val="tx1"/>
                </a:solidFill>
                <a:effectLst/>
                <a:latin typeface="+mn-lt"/>
                <a:ea typeface="+mn-ea"/>
                <a:cs typeface="+mn-cs"/>
              </a:rPr>
              <a:t>Fidelity</a:t>
            </a:r>
            <a:r>
              <a:rPr lang="en-US" sz="1200" kern="1200" dirty="0">
                <a:solidFill>
                  <a:schemeClr val="tx1"/>
                </a:solidFill>
                <a:effectLst/>
                <a:latin typeface="+mn-lt"/>
                <a:ea typeface="+mn-ea"/>
                <a:cs typeface="+mn-cs"/>
              </a:rPr>
              <a:t>, I couldn't just look at absolute funding totals. I had to normalize the dollars by state population. I merged the IIJA funding data with the 2020 U.S. Census estimates and the 2020 MIT Election results. </a:t>
            </a:r>
          </a:p>
          <a:p>
            <a:r>
              <a:rPr lang="en-US" sz="1200" kern="1200" dirty="0">
                <a:solidFill>
                  <a:schemeClr val="tx1"/>
                </a:solidFill>
                <a:effectLst/>
                <a:latin typeface="+mn-lt"/>
                <a:ea typeface="+mn-ea"/>
                <a:cs typeface="+mn-cs"/>
              </a:rPr>
              <a:t>My Story Development Focus for this presentation relies on </a:t>
            </a:r>
            <a:r>
              <a:rPr lang="en-US" sz="1200" i="1" kern="1200" dirty="0">
                <a:solidFill>
                  <a:schemeClr val="tx1"/>
                </a:solidFill>
                <a:effectLst/>
                <a:latin typeface="+mn-lt"/>
                <a:ea typeface="+mn-ea"/>
                <a:cs typeface="+mn-cs"/>
              </a:rPr>
              <a:t>Simplicity</a:t>
            </a:r>
            <a:r>
              <a:rPr lang="en-US" sz="1200" kern="1200" dirty="0">
                <a:solidFill>
                  <a:schemeClr val="tx1"/>
                </a:solidFill>
                <a:effectLst/>
                <a:latin typeface="+mn-lt"/>
                <a:ea typeface="+mn-ea"/>
                <a:cs typeface="+mn-cs"/>
              </a:rPr>
              <a:t> and </a:t>
            </a:r>
            <a:r>
              <a:rPr lang="en-US" sz="1200" i="1" kern="1200" dirty="0">
                <a:solidFill>
                  <a:schemeClr val="tx1"/>
                </a:solidFill>
                <a:effectLst/>
                <a:latin typeface="+mn-lt"/>
                <a:ea typeface="+mn-ea"/>
                <a:cs typeface="+mn-cs"/>
              </a:rPr>
              <a:t>Amity</a:t>
            </a:r>
            <a:r>
              <a:rPr lang="en-US" sz="1200" kern="1200" dirty="0">
                <a:solidFill>
                  <a:schemeClr val="tx1"/>
                </a:solidFill>
                <a:effectLst/>
                <a:latin typeface="+mn-lt"/>
                <a:ea typeface="+mn-ea"/>
                <a:cs typeface="+mn-cs"/>
              </a:rPr>
              <a:t>. To maximize the data-ink ratio, I removed default gray backgrounds and redundant axes, choosing instead to label the data directly. I also used a strict Red and Blue color framework so the political story pops out immediately without a heavy cognitive load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20605DD9-5A00-4EB6-867B-83C99FA1707E}" type="slidenum">
              <a:rPr lang="en-US" smtClean="0"/>
              <a:t>2</a:t>
            </a:fld>
            <a:endParaRPr lang="en-US"/>
          </a:p>
        </p:txBody>
      </p:sp>
    </p:spTree>
    <p:extLst>
      <p:ext uri="{BB962C8B-B14F-4D97-AF65-F5344CB8AC3E}">
        <p14:creationId xmlns:p14="http://schemas.microsoft.com/office/powerpoint/2010/main" val="40608820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scatter plot with a linear line was used to evaluate correlation and show the proportional relationship between raw population and total funding before normalizing by population</a:t>
            </a:r>
            <a:br>
              <a:rPr lang="en-US" dirty="0"/>
            </a:br>
            <a:r>
              <a:rPr lang="en-US" sz="1200" kern="1200" dirty="0">
                <a:solidFill>
                  <a:schemeClr val="tx1"/>
                </a:solidFill>
                <a:effectLst/>
                <a:latin typeface="+mn-lt"/>
                <a:ea typeface="+mn-ea"/>
                <a:cs typeface="+mn-cs"/>
              </a:rPr>
              <a:t>start with the baseline. If we only look at absolute dollars, the allocation actually looks perfectly fair. As you can see by the red highlight points, massive states like California and Texas get the biggest checks, while a small state like Wyoming gets much less. The trendline clearly shows that more residents equal higher total funding. </a:t>
            </a:r>
          </a:p>
          <a:p>
            <a:r>
              <a:rPr lang="en-US" sz="1200" kern="1200" dirty="0">
                <a:solidFill>
                  <a:schemeClr val="tx1"/>
                </a:solidFill>
                <a:effectLst/>
                <a:latin typeface="+mn-lt"/>
                <a:ea typeface="+mn-ea"/>
                <a:cs typeface="+mn-cs"/>
              </a:rPr>
              <a:t>However, as we'll see on the next slide, absolute dollars completely hide the true story of individual, per-resident impact.</a:t>
            </a:r>
          </a:p>
          <a:p>
            <a:endParaRPr lang="en-US" dirty="0"/>
          </a:p>
        </p:txBody>
      </p:sp>
      <p:sp>
        <p:nvSpPr>
          <p:cNvPr id="4" name="Slide Number Placeholder 3"/>
          <p:cNvSpPr>
            <a:spLocks noGrp="1"/>
          </p:cNvSpPr>
          <p:nvPr>
            <p:ph type="sldNum" sz="quarter" idx="5"/>
          </p:nvPr>
        </p:nvSpPr>
        <p:spPr/>
        <p:txBody>
          <a:bodyPr/>
          <a:lstStyle/>
          <a:p>
            <a:fld id="{20605DD9-5A00-4EB6-867B-83C99FA1707E}" type="slidenum">
              <a:rPr lang="en-US" smtClean="0"/>
              <a:t>3</a:t>
            </a:fld>
            <a:endParaRPr lang="en-US"/>
          </a:p>
        </p:txBody>
      </p:sp>
    </p:spTree>
    <p:extLst>
      <p:ext uri="{BB962C8B-B14F-4D97-AF65-F5344CB8AC3E}">
        <p14:creationId xmlns:p14="http://schemas.microsoft.com/office/powerpoint/2010/main" val="20906813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faceted horizontal bar charts used to rank and compare the extreme ends of the distribution. Horizontal orientation prevents label clipping, and data labels eliminate the need to trace values back to an axis</a:t>
            </a:r>
          </a:p>
          <a:p>
            <a:r>
              <a:rPr lang="en-US" sz="1200" kern="1200" dirty="0">
                <a:solidFill>
                  <a:schemeClr val="tx1"/>
                </a:solidFill>
                <a:effectLst/>
                <a:latin typeface="+mn-lt"/>
                <a:ea typeface="+mn-ea"/>
                <a:cs typeface="+mn-cs"/>
              </a:rPr>
              <a:t>When I calculate the funding </a:t>
            </a:r>
            <a:r>
              <a:rPr lang="en-US" sz="1200" i="1" kern="1200" dirty="0">
                <a:solidFill>
                  <a:schemeClr val="tx1"/>
                </a:solidFill>
                <a:effectLst/>
                <a:latin typeface="+mn-lt"/>
                <a:ea typeface="+mn-ea"/>
                <a:cs typeface="+mn-cs"/>
              </a:rPr>
              <a:t>per capita</a:t>
            </a:r>
            <a:r>
              <a:rPr lang="en-US" sz="1200" kern="1200" dirty="0">
                <a:solidFill>
                  <a:schemeClr val="tx1"/>
                </a:solidFill>
                <a:effectLst/>
                <a:latin typeface="+mn-lt"/>
                <a:ea typeface="+mn-ea"/>
                <a:cs typeface="+mn-cs"/>
              </a:rPr>
              <a:t>, the reality flips. The allocation heavily favors low-density states. </a:t>
            </a:r>
          </a:p>
          <a:p>
            <a:r>
              <a:rPr lang="en-US" sz="1200" kern="1200" dirty="0">
                <a:solidFill>
                  <a:schemeClr val="tx1"/>
                </a:solidFill>
                <a:effectLst/>
                <a:latin typeface="+mn-lt"/>
                <a:ea typeface="+mn-ea"/>
                <a:cs typeface="+mn-cs"/>
              </a:rPr>
              <a:t>This creates an extreme disparity: Alaska is receiving over $5,000 per resident, while highly populated states like Florida and California are receiving under $500 per resident. This is driven by a 'Geographic Factor'—building highway networks across massive, empty land areas requires disproportionately high spending per resident compared to dense urban centers.</a:t>
            </a:r>
          </a:p>
          <a:p>
            <a:endParaRPr lang="en-US" dirty="0"/>
          </a:p>
        </p:txBody>
      </p:sp>
      <p:sp>
        <p:nvSpPr>
          <p:cNvPr id="4" name="Slide Number Placeholder 3"/>
          <p:cNvSpPr>
            <a:spLocks noGrp="1"/>
          </p:cNvSpPr>
          <p:nvPr>
            <p:ph type="sldNum" sz="quarter" idx="5"/>
          </p:nvPr>
        </p:nvSpPr>
        <p:spPr/>
        <p:txBody>
          <a:bodyPr/>
          <a:lstStyle/>
          <a:p>
            <a:fld id="{20605DD9-5A00-4EB6-867B-83C99FA1707E}" type="slidenum">
              <a:rPr lang="en-US" smtClean="0"/>
              <a:t>4</a:t>
            </a:fld>
            <a:endParaRPr lang="en-US"/>
          </a:p>
        </p:txBody>
      </p:sp>
    </p:spTree>
    <p:extLst>
      <p:ext uri="{BB962C8B-B14F-4D97-AF65-F5344CB8AC3E}">
        <p14:creationId xmlns:p14="http://schemas.microsoft.com/office/powerpoint/2010/main" val="14777103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grouped box plot with mean diamonds used to present distribution spread, medians, and skewness across both political candidates while also isolating extreme outliers at the same time</a:t>
            </a:r>
          </a:p>
          <a:p>
            <a:r>
              <a:rPr lang="en-US" sz="1200" kern="1200" dirty="0">
                <a:solidFill>
                  <a:schemeClr val="tx1"/>
                </a:solidFill>
                <a:effectLst/>
                <a:latin typeface="+mn-lt"/>
                <a:ea typeface="+mn-ea"/>
                <a:cs typeface="+mn-cs"/>
              </a:rPr>
              <a:t>So, how does this geographic factor impact political bias? Because we used our Red and Blue </a:t>
            </a:r>
            <a:r>
              <a:rPr lang="en-US" sz="1200" i="1" kern="1200" dirty="0">
                <a:solidFill>
                  <a:schemeClr val="tx1"/>
                </a:solidFill>
                <a:effectLst/>
                <a:latin typeface="+mn-lt"/>
                <a:ea typeface="+mn-ea"/>
                <a:cs typeface="+mn-cs"/>
              </a:rPr>
              <a:t>Amity</a:t>
            </a:r>
            <a:r>
              <a:rPr lang="en-US" sz="1200" kern="1200" dirty="0">
                <a:solidFill>
                  <a:schemeClr val="tx1"/>
                </a:solidFill>
                <a:effectLst/>
                <a:latin typeface="+mn-lt"/>
                <a:ea typeface="+mn-ea"/>
                <a:cs typeface="+mn-cs"/>
              </a:rPr>
              <a:t> framework, the answer is immediately obvious. </a:t>
            </a:r>
          </a:p>
          <a:p>
            <a:r>
              <a:rPr lang="en-US" sz="1200" kern="1200" dirty="0">
                <a:solidFill>
                  <a:schemeClr val="tx1"/>
                </a:solidFill>
                <a:effectLst/>
                <a:latin typeface="+mn-lt"/>
                <a:ea typeface="+mn-ea"/>
                <a:cs typeface="+mn-cs"/>
              </a:rPr>
              <a:t>The typical Trump-won state has a 'Median Advantage', receiving $663 per resident compared to just $547 for a Biden state. But look at the 'Outlier Pull' on the right. Those massive, low-population rural states we just talked about—like Alaska, Wyoming, and Montana—all voted for Trump. They pull the Trump average way up to $1,155, nearly double the Biden average of $674.</a:t>
            </a:r>
          </a:p>
          <a:p>
            <a:endParaRPr lang="en-US" dirty="0"/>
          </a:p>
        </p:txBody>
      </p:sp>
      <p:sp>
        <p:nvSpPr>
          <p:cNvPr id="4" name="Slide Number Placeholder 3"/>
          <p:cNvSpPr>
            <a:spLocks noGrp="1"/>
          </p:cNvSpPr>
          <p:nvPr>
            <p:ph type="sldNum" sz="quarter" idx="5"/>
          </p:nvPr>
        </p:nvSpPr>
        <p:spPr/>
        <p:txBody>
          <a:bodyPr/>
          <a:lstStyle/>
          <a:p>
            <a:fld id="{20605DD9-5A00-4EB6-867B-83C99FA1707E}" type="slidenum">
              <a:rPr lang="en-US" smtClean="0"/>
              <a:t>5</a:t>
            </a:fld>
            <a:endParaRPr lang="en-US"/>
          </a:p>
        </p:txBody>
      </p:sp>
    </p:spTree>
    <p:extLst>
      <p:ext uri="{BB962C8B-B14F-4D97-AF65-F5344CB8AC3E}">
        <p14:creationId xmlns:p14="http://schemas.microsoft.com/office/powerpoint/2010/main" val="42440267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t>
            </a:r>
            <a:r>
              <a:rPr lang="en-US" sz="1200" kern="1200" dirty="0">
                <a:solidFill>
                  <a:schemeClr val="tx1"/>
                </a:solidFill>
                <a:effectLst/>
                <a:latin typeface="+mn-lt"/>
                <a:ea typeface="+mn-ea"/>
                <a:cs typeface="+mn-cs"/>
              </a:rPr>
              <a:t>answer </a:t>
            </a:r>
            <a:r>
              <a:rPr lang="en-US" sz="1200" kern="1200">
                <a:solidFill>
                  <a:schemeClr val="tx1"/>
                </a:solidFill>
                <a:effectLst/>
                <a:latin typeface="+mn-lt"/>
                <a:ea typeface="+mn-ea"/>
                <a:cs typeface="+mn-cs"/>
              </a:rPr>
              <a:t>these questions, # </a:t>
            </a:r>
            <a:r>
              <a:rPr lang="en-US" sz="1200" kern="1200" dirty="0">
                <a:solidFill>
                  <a:schemeClr val="tx1"/>
                </a:solidFill>
                <a:effectLst/>
                <a:latin typeface="+mn-lt"/>
                <a:ea typeface="+mn-ea"/>
                <a:cs typeface="+mn-cs"/>
              </a:rPr>
              <a:t>one: Is the allocation equitable based on population? No. It has a heavy low-population bias. </a:t>
            </a:r>
          </a:p>
          <a:p>
            <a:r>
              <a:rPr lang="en-US" sz="1200" kern="1200" dirty="0">
                <a:solidFill>
                  <a:schemeClr val="tx1"/>
                </a:solidFill>
                <a:effectLst/>
                <a:latin typeface="+mn-lt"/>
                <a:ea typeface="+mn-ea"/>
                <a:cs typeface="+mn-cs"/>
              </a:rPr>
              <a:t>Number two: Does it favor the Biden administration? Absolutely not. Because the infrastructure formulas inherently benefit vast rural areas, the allocation structurally favors conservative-leaning states, resulting in much higher median and mean funding for Trump-won states. </a:t>
            </a:r>
          </a:p>
          <a:p>
            <a:r>
              <a:rPr lang="en-US" sz="1200" kern="1200" dirty="0">
                <a:solidFill>
                  <a:schemeClr val="tx1"/>
                </a:solidFill>
                <a:effectLst/>
                <a:latin typeface="+mn-lt"/>
                <a:ea typeface="+mn-ea"/>
                <a:cs typeface="+mn-cs"/>
              </a:rPr>
              <a:t>Thank you, and I’d be happy to take any questions</a:t>
            </a:r>
          </a:p>
          <a:p>
            <a:endParaRPr lang="en-US" dirty="0"/>
          </a:p>
        </p:txBody>
      </p:sp>
      <p:sp>
        <p:nvSpPr>
          <p:cNvPr id="4" name="Slide Number Placeholder 3"/>
          <p:cNvSpPr>
            <a:spLocks noGrp="1"/>
          </p:cNvSpPr>
          <p:nvPr>
            <p:ph type="sldNum" sz="quarter" idx="5"/>
          </p:nvPr>
        </p:nvSpPr>
        <p:spPr/>
        <p:txBody>
          <a:bodyPr/>
          <a:lstStyle/>
          <a:p>
            <a:fld id="{20605DD9-5A00-4EB6-867B-83C99FA1707E}" type="slidenum">
              <a:rPr lang="en-US" smtClean="0"/>
              <a:t>6</a:t>
            </a:fld>
            <a:endParaRPr lang="en-US"/>
          </a:p>
        </p:txBody>
      </p:sp>
    </p:spTree>
    <p:extLst>
      <p:ext uri="{BB962C8B-B14F-4D97-AF65-F5344CB8AC3E}">
        <p14:creationId xmlns:p14="http://schemas.microsoft.com/office/powerpoint/2010/main" val="219928704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10" name="Picture 9" descr="A black circle in a purple and orange color&#10;&#10;AI-generated content may be incorrect.">
            <a:extLst>
              <a:ext uri="{FF2B5EF4-FFF2-40B4-BE49-F238E27FC236}">
                <a16:creationId xmlns:a16="http://schemas.microsoft.com/office/drawing/2014/main" id="{C8E832A1-AE20-595C-6C6A-C6CAD6D72233}"/>
              </a:ext>
            </a:extLst>
          </p:cNvPr>
          <p:cNvPicPr>
            <a:picLocks noChangeAspect="1"/>
          </p:cNvPicPr>
          <p:nvPr/>
        </p:nvPicPr>
        <p:blipFill>
          <a:blip r:embed="rId2">
            <a:extLst>
              <a:ext uri="{28A0092B-C50C-407E-A947-70E740481C1C}">
                <a14:useLocalDpi xmlns:a14="http://schemas.microsoft.com/office/drawing/2010/main" val="0"/>
              </a:ext>
            </a:extLst>
          </a:blip>
          <a:srcRect l="14059" t="1529" r="16895" b="27442"/>
          <a:stretch>
            <a:fillRect/>
          </a:stretch>
        </p:blipFill>
        <p:spPr>
          <a:xfrm flipH="1">
            <a:off x="-20574" y="1"/>
            <a:ext cx="9164574" cy="6865715"/>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721444" y="1820487"/>
            <a:ext cx="3600450" cy="2762187"/>
          </a:xfrm>
        </p:spPr>
        <p:txBody>
          <a:bodyPr vert="horz" lIns="91440" tIns="45720" rIns="91440" bIns="45720" rtlCol="0" anchor="b">
            <a:normAutofit/>
          </a:bodyPr>
          <a:lstStyle>
            <a:lvl1pPr>
              <a:defRPr lang="en-US" sz="360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721445" y="4714821"/>
            <a:ext cx="2873156" cy="1496616"/>
          </a:xfrm>
        </p:spPr>
        <p:txBody>
          <a:bodyPr vert="horz" lIns="91440" tIns="45720" rIns="91440" bIns="45720" rtlCol="0" anchor="t">
            <a:normAutofit/>
          </a:bodyPr>
          <a:lstStyle>
            <a:lvl1pPr marL="0" indent="0">
              <a:buNone/>
              <a:defRPr lang="en-US" sz="1050" dirty="0">
                <a:solidFill>
                  <a:schemeClr val="tx1"/>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721444" y="219456"/>
            <a:ext cx="2027833" cy="338328"/>
          </a:xfrm>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6926580" y="219456"/>
            <a:ext cx="1121524" cy="338328"/>
          </a:xfrm>
        </p:spPr>
        <p:txBody>
          <a:bodyPr/>
          <a:lstStyle>
            <a:lvl1pPr>
              <a:defRPr>
                <a:solidFill>
                  <a:schemeClr val="tx1"/>
                </a:solidFill>
              </a:defRPr>
            </a:lvl1pPr>
          </a:lstStyle>
          <a:p>
            <a:fld id="{5BCAD085-E8A6-8845-BD4E-CB4CCA059FC4}" type="datetimeFigureOut">
              <a:rPr lang="en-US" smtClean="0"/>
              <a:t>9/16/2026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512935514"/>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913089" y="214858"/>
            <a:ext cx="1114425" cy="338328"/>
          </a:xfrm>
        </p:spPr>
        <p:txBody>
          <a:bodyPr/>
          <a:lstStyle>
            <a:lvl1pPr>
              <a:defRPr>
                <a:solidFill>
                  <a:schemeClr val="tx1"/>
                </a:solidFill>
              </a:defRPr>
            </a:lvl1pPr>
          </a:lstStyle>
          <a:p>
            <a:fld id="{5BCAD085-E8A6-8845-BD4E-CB4CCA059FC4}" type="datetimeFigureOut">
              <a:rPr lang="en-US" smtClean="0"/>
              <a:t>9/16/2026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418044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2">
    <p:spTree>
      <p:nvGrpSpPr>
        <p:cNvPr id="1" name=""/>
        <p:cNvGrpSpPr/>
        <p:nvPr/>
      </p:nvGrpSpPr>
      <p:grpSpPr>
        <a:xfrm>
          <a:off x="0" y="0"/>
          <a:ext cx="0" cy="0"/>
          <a:chOff x="0" y="0"/>
          <a:chExt cx="0" cy="0"/>
        </a:xfrm>
      </p:grpSpPr>
      <p:pic>
        <p:nvPicPr>
          <p:cNvPr id="7" name="Picture 6" descr="A black circle in a purple and orange color&#10;&#10;AI-generated content may be incorrect.">
            <a:extLst>
              <a:ext uri="{FF2B5EF4-FFF2-40B4-BE49-F238E27FC236}">
                <a16:creationId xmlns:a16="http://schemas.microsoft.com/office/drawing/2014/main" id="{6AC85073-6D22-76C5-C752-C565E9FBCC84}"/>
              </a:ext>
            </a:extLst>
          </p:cNvPr>
          <p:cNvPicPr>
            <a:picLocks noChangeAspect="1"/>
          </p:cNvPicPr>
          <p:nvPr/>
        </p:nvPicPr>
        <p:blipFill>
          <a:blip r:embed="rId2">
            <a:extLst>
              <a:ext uri="{28A0092B-C50C-407E-A947-70E740481C1C}">
                <a14:useLocalDpi xmlns:a14="http://schemas.microsoft.com/office/drawing/2010/main" val="0"/>
              </a:ext>
            </a:extLst>
          </a:blip>
          <a:srcRect l="1146" t="10520" r="14652" b="11508"/>
          <a:stretch>
            <a:fillRect/>
          </a:stretch>
        </p:blipFill>
        <p:spPr>
          <a:xfrm flipH="1">
            <a:off x="-1" y="11899"/>
            <a:ext cx="9144001" cy="6865715"/>
          </a:xfrm>
          <a:prstGeom prst="rect">
            <a:avLst/>
          </a:prstGeom>
        </p:spPr>
      </p:pic>
      <p:sp>
        <p:nvSpPr>
          <p:cNvPr id="9" name="Title 8">
            <a:extLst>
              <a:ext uri="{FF2B5EF4-FFF2-40B4-BE49-F238E27FC236}">
                <a16:creationId xmlns:a16="http://schemas.microsoft.com/office/drawing/2014/main" id="{BF6CFC71-0CC0-F6AB-06FD-5F2DE2587092}"/>
              </a:ext>
            </a:extLst>
          </p:cNvPr>
          <p:cNvSpPr>
            <a:spLocks noGrp="1"/>
          </p:cNvSpPr>
          <p:nvPr>
            <p:ph type="title"/>
          </p:nvPr>
        </p:nvSpPr>
        <p:spPr>
          <a:xfrm>
            <a:off x="315594" y="459254"/>
            <a:ext cx="4243851" cy="2691359"/>
          </a:xfrm>
        </p:spPr>
        <p:txBody>
          <a:bodyPr/>
          <a:lstStyle>
            <a:lvl1pPr>
              <a:defRPr sz="3450"/>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41932924-E87B-08A2-5EE3-BBA69699E24F}"/>
              </a:ext>
            </a:extLst>
          </p:cNvPr>
          <p:cNvSpPr>
            <a:spLocks noGrp="1"/>
          </p:cNvSpPr>
          <p:nvPr>
            <p:ph type="subTitle" idx="1"/>
          </p:nvPr>
        </p:nvSpPr>
        <p:spPr>
          <a:xfrm>
            <a:off x="5521698" y="516600"/>
            <a:ext cx="1945361" cy="1627886"/>
          </a:xfrm>
        </p:spPr>
        <p:txBody>
          <a:bodyPr vert="horz" lIns="91440" tIns="45720" rIns="91440" bIns="45720" rtlCol="0" anchor="t">
            <a:normAutofit/>
          </a:bodyPr>
          <a:lstStyle>
            <a:lvl1pPr marL="0" indent="0">
              <a:buNone/>
              <a:defRPr lang="en-US" sz="900" dirty="0">
                <a:solidFill>
                  <a:schemeClr val="tx1"/>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521699" y="219456"/>
            <a:ext cx="1878037" cy="338328"/>
          </a:xfrm>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772401" y="219456"/>
            <a:ext cx="859787" cy="338328"/>
          </a:xfrm>
        </p:spPr>
        <p:txBody>
          <a:bodyPr/>
          <a:lstStyle>
            <a:lvl1pPr>
              <a:defRPr>
                <a:solidFill>
                  <a:schemeClr val="tx1"/>
                </a:solidFill>
              </a:defRPr>
            </a:lvl1pPr>
          </a:lstStyle>
          <a:p>
            <a:fld id="{5BCAD085-E8A6-8845-BD4E-CB4CCA059FC4}" type="datetimeFigureOut">
              <a:rPr lang="en-US" smtClean="0"/>
              <a:t>9/16/2026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8468743" y="219456"/>
            <a:ext cx="416961" cy="338328"/>
          </a:xfrm>
        </p:spPr>
        <p:txBody>
          <a:bodyPr/>
          <a:lstStyle>
            <a:lvl1pPr>
              <a:defRPr>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3374033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9141714" cy="6858000"/>
          </a:xfrm>
          <a:blipFill>
            <a:blip r:embed="rId2">
              <a:alphaModFix amt="70000"/>
            </a:blip>
            <a:stretch>
              <a:fillRect/>
            </a:stretch>
          </a:blipFill>
        </p:spPr>
        <p:txBody>
          <a:bodyPr tIns="365760"/>
          <a:lstStyle>
            <a:lvl1pPr>
              <a:defRPr>
                <a:solidFill>
                  <a:schemeClr val="tx1"/>
                </a:solidFill>
              </a:defRPr>
            </a:lvl1pPr>
          </a:lstStyle>
          <a:p>
            <a:r>
              <a:rPr lang="en-US" dirty="0"/>
              <a:t>   </a:t>
            </a:r>
          </a:p>
        </p:txBody>
      </p:sp>
      <p:sp>
        <p:nvSpPr>
          <p:cNvPr id="15" name="Title 14">
            <a:extLst>
              <a:ext uri="{FF2B5EF4-FFF2-40B4-BE49-F238E27FC236}">
                <a16:creationId xmlns:a16="http://schemas.microsoft.com/office/drawing/2014/main" id="{7EB34FF5-770C-AA64-B806-5D6DED71138A}"/>
              </a:ext>
            </a:extLst>
          </p:cNvPr>
          <p:cNvSpPr>
            <a:spLocks noGrp="1"/>
          </p:cNvSpPr>
          <p:nvPr>
            <p:ph type="title"/>
          </p:nvPr>
        </p:nvSpPr>
        <p:spPr>
          <a:xfrm>
            <a:off x="0" y="4463844"/>
            <a:ext cx="9141714" cy="2394157"/>
          </a:xfrm>
          <a:gradFill>
            <a:gsLst>
              <a:gs pos="31000">
                <a:srgbClr val="000000">
                  <a:alpha val="30000"/>
                </a:srgbClr>
              </a:gs>
              <a:gs pos="87000">
                <a:srgbClr val="000000">
                  <a:alpha val="60000"/>
                </a:srgbClr>
              </a:gs>
              <a:gs pos="0">
                <a:srgbClr val="000000">
                  <a:alpha val="0"/>
                </a:srgbClr>
              </a:gs>
            </a:gsLst>
            <a:lin ang="5400000" scaled="0"/>
          </a:gradFill>
        </p:spPr>
        <p:txBody>
          <a:bodyPr lIns="502920" tIns="0" rIns="5029200" bIns="365760" anchor="b"/>
          <a:lstStyle>
            <a:lvl1pPr>
              <a:defRPr sz="3000">
                <a:solidFill>
                  <a:schemeClr val="tx1"/>
                </a:solidFill>
              </a:defRPr>
            </a:lvl1pPr>
          </a:lstStyle>
          <a:p>
            <a:r>
              <a:rPr lang="en-US"/>
              <a:t>Click to edit Master title style</a:t>
            </a:r>
            <a:endParaRPr lang="en-US" dirty="0"/>
          </a:p>
        </p:txBody>
      </p:sp>
      <p:sp>
        <p:nvSpPr>
          <p:cNvPr id="12" name="Subtitle 2">
            <a:extLst>
              <a:ext uri="{FF2B5EF4-FFF2-40B4-BE49-F238E27FC236}">
                <a16:creationId xmlns:a16="http://schemas.microsoft.com/office/drawing/2014/main" id="{49132BB0-A42B-7355-8046-F22B2344C64F}"/>
              </a:ext>
            </a:extLst>
          </p:cNvPr>
          <p:cNvSpPr>
            <a:spLocks noGrp="1"/>
          </p:cNvSpPr>
          <p:nvPr>
            <p:ph type="subTitle" idx="1"/>
          </p:nvPr>
        </p:nvSpPr>
        <p:spPr>
          <a:xfrm>
            <a:off x="6600825" y="4463844"/>
            <a:ext cx="2540890" cy="2394157"/>
          </a:xfrm>
        </p:spPr>
        <p:txBody>
          <a:bodyPr vert="horz" lIns="137160" tIns="365760" rIns="0" bIns="457200" rtlCol="0" anchor="b">
            <a:normAutofit/>
          </a:bodyPr>
          <a:lstStyle>
            <a:lvl1pPr marL="0" indent="0">
              <a:buNone/>
              <a:defRPr lang="en-US" sz="1050" dirty="0">
                <a:solidFill>
                  <a:schemeClr val="tx1"/>
                </a:solidFill>
              </a:defRPr>
            </a:lvl1pPr>
          </a:lstStyle>
          <a:p>
            <a:pPr lvl="0"/>
            <a:r>
              <a:rPr lang="en-US"/>
              <a:t>Click to edit Master subtitle style</a:t>
            </a:r>
            <a:endParaRPr lang="en-US" dirty="0"/>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328242" y="219456"/>
            <a:ext cx="2055462" cy="365760"/>
          </a:xfrm>
        </p:spPr>
        <p:txBody>
          <a:bodyPr/>
          <a:lstStyle>
            <a:lvl1pPr>
              <a:defRPr>
                <a:solidFill>
                  <a:schemeClr val="tx1"/>
                </a:solidFill>
              </a:defRPr>
            </a:lvl1pPr>
          </a:lstStyle>
          <a:p>
            <a:endParaRPr lang="en-US"/>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6649571" y="219456"/>
            <a:ext cx="1468493" cy="365760"/>
          </a:xfrm>
        </p:spPr>
        <p:txBody>
          <a:bodyPr/>
          <a:lstStyle>
            <a:lvl1pPr>
              <a:defRPr>
                <a:solidFill>
                  <a:schemeClr val="tx1"/>
                </a:solidFill>
              </a:defRPr>
            </a:lvl1pPr>
          </a:lstStyle>
          <a:p>
            <a:fld id="{7DA2CEDE-2AB4-4FB8-9551-E0AA4222B1A3}" type="datetime1">
              <a:rPr lang="en-US" smtClean="0"/>
              <a:t>9/16/2026</a:t>
            </a:fld>
            <a:endParaRPr lang="en-US" dirty="0"/>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8521647" y="219456"/>
            <a:ext cx="336604" cy="365760"/>
          </a:xfrm>
        </p:spPr>
        <p:txBody>
          <a:bodyPr/>
          <a:lstStyle>
            <a:lvl1pPr>
              <a:defRPr>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20572052"/>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10" name="Picture 9" descr="A close up of a colorful background&#10;&#10;AI-generated content may be incorrect.">
            <a:extLst>
              <a:ext uri="{FF2B5EF4-FFF2-40B4-BE49-F238E27FC236}">
                <a16:creationId xmlns:a16="http://schemas.microsoft.com/office/drawing/2014/main" id="{6F838A51-B977-1664-089F-3B2250DFEF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9135879" cy="6858000"/>
          </a:xfrm>
          <a:prstGeom prst="rect">
            <a:avLst/>
          </a:prstGeom>
        </p:spPr>
      </p:pic>
      <p:sp>
        <p:nvSpPr>
          <p:cNvPr id="2" name="Title 1">
            <a:extLst>
              <a:ext uri="{FF2B5EF4-FFF2-40B4-BE49-F238E27FC236}">
                <a16:creationId xmlns:a16="http://schemas.microsoft.com/office/drawing/2014/main" id="{8892EA34-13CC-54C1-DE3D-4F1D5D55C9A7}"/>
              </a:ext>
            </a:extLst>
          </p:cNvPr>
          <p:cNvSpPr>
            <a:spLocks noGrp="1"/>
          </p:cNvSpPr>
          <p:nvPr>
            <p:ph type="title" hasCustomPrompt="1"/>
          </p:nvPr>
        </p:nvSpPr>
        <p:spPr>
          <a:xfrm>
            <a:off x="307485" y="4311805"/>
            <a:ext cx="6439003" cy="2368300"/>
          </a:xfrm>
        </p:spPr>
        <p:txBody>
          <a:bodyPr anchor="b">
            <a:normAutofit/>
          </a:bodyPr>
          <a:lstStyle>
            <a:lvl1pPr>
              <a:defRPr sz="5175">
                <a:solidFill>
                  <a:schemeClr val="tx1"/>
                </a:solidFill>
              </a:defRPr>
            </a:lvl1pPr>
          </a:lstStyle>
          <a:p>
            <a:r>
              <a:rPr lang="en-US" dirty="0"/>
              <a:t>Section Header</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314325" y="219456"/>
            <a:ext cx="1992134"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6600825" y="219456"/>
            <a:ext cx="1434942" cy="338328"/>
          </a:xfrm>
        </p:spPr>
        <p:txBody>
          <a:bodyPr/>
          <a:lstStyle>
            <a:lvl1pPr>
              <a:defRPr>
                <a:solidFill>
                  <a:schemeClr val="tx1"/>
                </a:solidFill>
              </a:defRPr>
            </a:lvl1pPr>
          </a:lstStyle>
          <a:p>
            <a:fld id="{7DA2CEDE-2AB4-4FB8-9551-E0AA4222B1A3}" type="datetime1">
              <a:rPr lang="en-US" smtClean="0"/>
              <a:t>9/16/2026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8468744" y="219456"/>
            <a:ext cx="416961" cy="338328"/>
          </a:xfrm>
        </p:spPr>
        <p:txBody>
          <a:bodyPr/>
          <a:lstStyle>
            <a:lvl1pPr>
              <a:defRPr>
                <a:solidFill>
                  <a:schemeClr val="tx1"/>
                </a:solidFill>
              </a:defRPr>
            </a:lvl1pPr>
          </a:lstStyle>
          <a:p>
            <a:fld id="{5E0677F5-4A8A-4BF1-96BE-3BAE8FBAFE2E}" type="slidenum">
              <a:rPr lang="en-US" smtClean="0"/>
              <a:pPr/>
              <a:t>‹#›</a:t>
            </a:fld>
            <a:endParaRPr lang="en-US"/>
          </a:p>
        </p:txBody>
      </p:sp>
    </p:spTree>
    <p:extLst>
      <p:ext uri="{BB962C8B-B14F-4D97-AF65-F5344CB8AC3E}">
        <p14:creationId xmlns:p14="http://schemas.microsoft.com/office/powerpoint/2010/main" val="970171438"/>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6" name="Picture 5" descr="A black background with a purple and orange light&#10;&#10;AI-generated content may be incorrect.">
            <a:extLst>
              <a:ext uri="{FF2B5EF4-FFF2-40B4-BE49-F238E27FC236}">
                <a16:creationId xmlns:a16="http://schemas.microsoft.com/office/drawing/2014/main" id="{D09BF41B-6D10-9A6E-03E4-5E7320A61D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2"/>
            <a:ext cx="9144000" cy="2869093"/>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276276" y="2138777"/>
            <a:ext cx="4824950" cy="1962149"/>
          </a:xfrm>
        </p:spPr>
        <p:txBody>
          <a:bodyPr anchor="t">
            <a:normAutofit/>
          </a:bodyPr>
          <a:lstStyle>
            <a:lvl1pPr>
              <a:defRPr sz="6600" baseline="0">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5514975" y="214858"/>
            <a:ext cx="1114425" cy="338328"/>
          </a:xfrm>
        </p:spPr>
        <p:txBody>
          <a:bodyPr/>
          <a:lstStyle>
            <a:lvl1pPr>
              <a:defRPr>
                <a:solidFill>
                  <a:schemeClr val="tx1"/>
                </a:solidFill>
              </a:defRPr>
            </a:lvl1pPr>
          </a:lstStyle>
          <a:p>
            <a:fld id="{7DA2CEDE-2AB4-4FB8-9551-E0AA4222B1A3}" type="datetime1">
              <a:rPr lang="en-US" smtClean="0"/>
              <a:t>9/16/2026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514976" y="2138776"/>
            <a:ext cx="2788815" cy="4109624"/>
          </a:xfrm>
        </p:spPr>
        <p:txBody>
          <a:bodyPr vert="horz" lIns="91440" tIns="45720" rIns="91440" bIns="45720" rtlCol="0" anchor="t">
            <a:normAutofit/>
          </a:bodyPr>
          <a:lstStyle>
            <a:lvl1pPr marL="342900" indent="-342900">
              <a:buFont typeface="+mj-lt"/>
              <a:buAutoNum type="arabicPeriod"/>
              <a:defRPr lang="en-US" sz="1050" dirty="0">
                <a:solidFill>
                  <a:schemeClr val="tx1"/>
                </a:solidFill>
              </a:defRPr>
            </a:lvl1pPr>
            <a:lvl2pPr marL="428625" indent="-257175">
              <a:buFont typeface="+mj-lt"/>
              <a:buAutoNum type="arabicPeriod"/>
              <a:defRPr lang="en-US" sz="1050" dirty="0">
                <a:solidFill>
                  <a:schemeClr val="tx1"/>
                </a:solidFill>
              </a:defRPr>
            </a:lvl2pPr>
            <a:lvl3pPr marL="600075" indent="-257175">
              <a:buFont typeface="+mj-lt"/>
              <a:buAutoNum type="arabicPeriod"/>
              <a:defRPr lang="en-US" sz="1050" dirty="0">
                <a:solidFill>
                  <a:schemeClr val="tx1"/>
                </a:solidFill>
              </a:defRPr>
            </a:lvl3pPr>
            <a:lvl4pPr>
              <a:buFont typeface="+mj-lt"/>
              <a:buAutoNum type="arabicPeriod"/>
              <a:defRPr lang="en-US" sz="1050" dirty="0">
                <a:solidFill>
                  <a:schemeClr val="tx1"/>
                </a:solidFill>
              </a:defRPr>
            </a:lvl4pPr>
            <a:lvl5pPr>
              <a:buFont typeface="+mj-lt"/>
              <a:buAutoNum type="arabicPeriod"/>
              <a:defRPr lang="en-US" sz="1050"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902502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bg>
      <p:bgPr>
        <a:solidFill>
          <a:srgbClr val="09090C"/>
        </a:solidFill>
        <a:effectLst/>
      </p:bgPr>
    </p:bg>
    <p:spTree>
      <p:nvGrpSpPr>
        <p:cNvPr id="1" name=""/>
        <p:cNvGrpSpPr/>
        <p:nvPr/>
      </p:nvGrpSpPr>
      <p:grpSpPr>
        <a:xfrm>
          <a:off x="0" y="0"/>
          <a:ext cx="0" cy="0"/>
          <a:chOff x="0" y="0"/>
          <a:chExt cx="0" cy="0"/>
        </a:xfrm>
      </p:grpSpPr>
      <p:pic>
        <p:nvPicPr>
          <p:cNvPr id="6" name="Picture 5" descr="A black background with a red and yellow light&#10;&#10;AI-generated content may be incorrect.">
            <a:extLst>
              <a:ext uri="{FF2B5EF4-FFF2-40B4-BE49-F238E27FC236}">
                <a16:creationId xmlns:a16="http://schemas.microsoft.com/office/drawing/2014/main" id="{BD349A90-08FB-AFC0-8649-56404DF7B8C2}"/>
              </a:ext>
            </a:extLst>
          </p:cNvPr>
          <p:cNvPicPr>
            <a:picLocks noChangeAspect="1"/>
          </p:cNvPicPr>
          <p:nvPr/>
        </p:nvPicPr>
        <p:blipFill>
          <a:blip r:embed="rId2">
            <a:extLst>
              <a:ext uri="{28A0092B-C50C-407E-A947-70E740481C1C}">
                <a14:useLocalDpi xmlns:a14="http://schemas.microsoft.com/office/drawing/2010/main" val="0"/>
              </a:ext>
            </a:extLst>
          </a:blip>
          <a:srcRect b="36109"/>
          <a:stretch>
            <a:fillRect/>
          </a:stretch>
        </p:blipFill>
        <p:spPr>
          <a:xfrm rot="10800000" flipH="1">
            <a:off x="-7487" y="2555751"/>
            <a:ext cx="9144000" cy="4343908"/>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293139" y="3481713"/>
            <a:ext cx="4122320" cy="2092272"/>
          </a:xfrm>
        </p:spPr>
        <p:txBody>
          <a:bodyPr anchor="t">
            <a:normAutofit/>
          </a:bodyPr>
          <a:lstStyle>
            <a:lvl1pPr>
              <a:defRPr sz="5700">
                <a:solidFill>
                  <a:schemeClr val="tx1"/>
                </a:solidFill>
              </a:defRPr>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743EA2DD-B019-E3AA-ACB7-13CC3353E8D4}"/>
              </a:ext>
            </a:extLst>
          </p:cNvPr>
          <p:cNvSpPr>
            <a:spLocks noGrp="1"/>
          </p:cNvSpPr>
          <p:nvPr>
            <p:ph type="pic" sz="quarter" idx="14" hasCustomPrompt="1"/>
          </p:nvPr>
        </p:nvSpPr>
        <p:spPr>
          <a:xfrm>
            <a:off x="0" y="1"/>
            <a:ext cx="9144000" cy="2555751"/>
          </a:xfrm>
          <a:blipFill>
            <a:blip r:embed="rId3">
              <a:alphaModFix amt="65000"/>
            </a:blip>
            <a:stretch>
              <a:fillRect/>
            </a:stretch>
          </a:blipFill>
        </p:spPr>
        <p:txBody>
          <a:bodyPr/>
          <a:lstStyle>
            <a:lvl1pPr>
              <a:defRPr>
                <a:solidFill>
                  <a:schemeClr val="tx1"/>
                </a:solidFill>
              </a:defRPr>
            </a:lvl1pPr>
          </a:lstStyle>
          <a:p>
            <a:r>
              <a:rPr lang="en-US" dirty="0"/>
              <a:t>   </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325246" y="2734068"/>
            <a:ext cx="2045498" cy="338328"/>
          </a:xfrm>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5839176" y="2734068"/>
            <a:ext cx="1190033" cy="338328"/>
          </a:xfrm>
        </p:spPr>
        <p:txBody>
          <a:bodyPr/>
          <a:lstStyle>
            <a:lvl1pPr>
              <a:defRPr>
                <a:solidFill>
                  <a:schemeClr val="tx1"/>
                </a:solidFill>
              </a:defRPr>
            </a:lvl1pPr>
          </a:lstStyle>
          <a:p>
            <a:fld id="{5BCAD085-E8A6-8845-BD4E-CB4CCA059FC4}" type="datetimeFigureOut">
              <a:rPr lang="en-US" smtClean="0"/>
              <a:t>9/16/2026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8487461" y="2734068"/>
            <a:ext cx="395021" cy="338328"/>
          </a:xfrm>
        </p:spPr>
        <p:txBody>
          <a:bodyPr/>
          <a:lstStyle>
            <a:lvl1pPr>
              <a:defRPr>
                <a:solidFill>
                  <a:schemeClr val="tx1"/>
                </a:solidFill>
              </a:defRPr>
            </a:lvl1pPr>
          </a:lstStyle>
          <a:p>
            <a:fld id="{C1FF6DA9-008F-8B48-92A6-B652298478BF}"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839176" y="3481714"/>
            <a:ext cx="2937077" cy="2765887"/>
          </a:xfrm>
        </p:spPr>
        <p:txBody>
          <a:bodyPr vert="horz" lIns="91440" tIns="45720" rIns="91440" bIns="45720" rtlCol="0">
            <a:normAutofit/>
          </a:bodyPr>
          <a:lstStyle>
            <a:lvl1pPr marL="257175" indent="-257175">
              <a:lnSpc>
                <a:spcPct val="130000"/>
              </a:lnSpc>
              <a:buFont typeface="+mj-lt"/>
              <a:buAutoNum type="arabicPeriod"/>
              <a:defRPr lang="en-US" sz="1050" dirty="0">
                <a:solidFill>
                  <a:schemeClr val="tx1"/>
                </a:solidFill>
              </a:defRPr>
            </a:lvl1pPr>
            <a:lvl2pPr marL="428625" indent="-257175">
              <a:lnSpc>
                <a:spcPct val="130000"/>
              </a:lnSpc>
              <a:buFont typeface="+mj-lt"/>
              <a:buAutoNum type="arabicPeriod"/>
              <a:defRPr lang="en-US" sz="1050" dirty="0">
                <a:solidFill>
                  <a:schemeClr val="tx1"/>
                </a:solidFill>
              </a:defRPr>
            </a:lvl2pPr>
            <a:lvl3pPr marL="600075" indent="-257175">
              <a:lnSpc>
                <a:spcPct val="130000"/>
              </a:lnSpc>
              <a:buFont typeface="+mj-lt"/>
              <a:buAutoNum type="arabicPeriod"/>
              <a:defRPr lang="en-US" sz="1050" dirty="0">
                <a:solidFill>
                  <a:schemeClr val="tx1"/>
                </a:solidFill>
              </a:defRPr>
            </a:lvl3pPr>
            <a:lvl4pPr>
              <a:lnSpc>
                <a:spcPct val="130000"/>
              </a:lnSpc>
              <a:buFont typeface="+mj-lt"/>
              <a:buAutoNum type="arabicPeriod"/>
              <a:defRPr lang="en-US" sz="1050" dirty="0">
                <a:solidFill>
                  <a:schemeClr val="tx1"/>
                </a:solidFill>
              </a:defRPr>
            </a:lvl4pPr>
            <a:lvl5pPr>
              <a:lnSpc>
                <a:spcPct val="130000"/>
              </a:lnSpc>
              <a:buFont typeface="+mj-lt"/>
              <a:buAutoNum type="arabicPeriod"/>
              <a:defRPr lang="en-US" sz="1050" dirty="0">
                <a:solidFill>
                  <a:schemeClr val="tx1"/>
                </a:solidFill>
              </a:defRPr>
            </a:lvl5pPr>
          </a:lstStyle>
          <a:p>
            <a:pPr marL="171450" lvl="0" indent="-171450"/>
            <a:r>
              <a:rPr lang="en-US"/>
              <a:t>Click to edit Master text styles</a:t>
            </a:r>
          </a:p>
          <a:p>
            <a:pPr marL="171450" lvl="1" indent="-171450"/>
            <a:r>
              <a:rPr lang="en-US"/>
              <a:t>Second level</a:t>
            </a:r>
          </a:p>
          <a:p>
            <a:pPr marL="171450" lvl="2" indent="-171450"/>
            <a:r>
              <a:rPr lang="en-US"/>
              <a:t>Third level</a:t>
            </a:r>
          </a:p>
          <a:p>
            <a:pPr marL="171450" lvl="3" indent="-171450"/>
            <a:r>
              <a:rPr lang="en-US"/>
              <a:t>Fourth level</a:t>
            </a:r>
          </a:p>
          <a:p>
            <a:pPr marL="171450" lvl="4" indent="-171450"/>
            <a:r>
              <a:rPr lang="en-US"/>
              <a:t>Fifth level</a:t>
            </a:r>
            <a:endParaRPr lang="en-US" dirty="0"/>
          </a:p>
        </p:txBody>
      </p:sp>
    </p:spTree>
    <p:extLst>
      <p:ext uri="{BB962C8B-B14F-4D97-AF65-F5344CB8AC3E}">
        <p14:creationId xmlns:p14="http://schemas.microsoft.com/office/powerpoint/2010/main" val="634258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pic>
        <p:nvPicPr>
          <p:cNvPr id="23" name="Picture 22" descr="A purple and black background&#10;&#10;AI-generated content may be incorrect.">
            <a:extLst>
              <a:ext uri="{FF2B5EF4-FFF2-40B4-BE49-F238E27FC236}">
                <a16:creationId xmlns:a16="http://schemas.microsoft.com/office/drawing/2014/main" id="{518E8C82-2B1B-76C7-A67D-099AEEEAD0DA}"/>
              </a:ext>
            </a:extLst>
          </p:cNvPr>
          <p:cNvPicPr>
            <a:picLocks noChangeAspect="1"/>
          </p:cNvPicPr>
          <p:nvPr/>
        </p:nvPicPr>
        <p:blipFill>
          <a:blip r:embed="rId2">
            <a:extLst>
              <a:ext uri="{28A0092B-C50C-407E-A947-70E740481C1C}">
                <a14:useLocalDpi xmlns:a14="http://schemas.microsoft.com/office/drawing/2010/main" val="0"/>
              </a:ext>
            </a:extLst>
          </a:blip>
          <a:srcRect l="11509"/>
          <a:stretch>
            <a:fillRect/>
          </a:stretch>
        </p:blipFill>
        <p:spPr>
          <a:xfrm>
            <a:off x="4743451" y="1"/>
            <a:ext cx="4410941"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14139" y="1276990"/>
            <a:ext cx="4033700" cy="985658"/>
          </a:xfrm>
        </p:spPr>
        <p:txBody>
          <a:bodyPr anchor="b"/>
          <a:lstStyle>
            <a:lvl1pPr>
              <a:defRPr>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324295" y="214858"/>
            <a:ext cx="2044782" cy="338328"/>
          </a:xfrm>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600825" y="214858"/>
            <a:ext cx="1456380" cy="338328"/>
          </a:xfrm>
        </p:spPr>
        <p:txBody>
          <a:bodyPr/>
          <a:lstStyle>
            <a:lvl1pPr>
              <a:defRPr>
                <a:solidFill>
                  <a:schemeClr val="tx1"/>
                </a:solidFill>
              </a:defRPr>
            </a:lvl1pPr>
          </a:lstStyle>
          <a:p>
            <a:fld id="{5BCAD085-E8A6-8845-BD4E-CB4CCA059FC4}" type="datetimeFigureOut">
              <a:rPr lang="en-US" smtClean="0"/>
              <a:t>9/16/2026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8467721" y="214858"/>
            <a:ext cx="416961" cy="338328"/>
          </a:xfrm>
        </p:spPr>
        <p:txBody>
          <a:bodyPr/>
          <a:lstStyle>
            <a:lvl1pPr>
              <a:defRPr>
                <a:solidFill>
                  <a:schemeClr val="tx1"/>
                </a:solidFill>
              </a:defRPr>
            </a:lvl1pPr>
          </a:lstStyle>
          <a:p>
            <a:fld id="{C1FF6DA9-008F-8B48-92A6-B652298478BF}" type="slidenum">
              <a:rPr lang="en-US" smtClean="0"/>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320608" y="2471736"/>
            <a:ext cx="4033701" cy="366273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823616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bg>
      <p:bgPr>
        <a:solidFill>
          <a:srgbClr val="09090C"/>
        </a:solidFill>
        <a:effectLst/>
      </p:bgPr>
    </p:bg>
    <p:spTree>
      <p:nvGrpSpPr>
        <p:cNvPr id="1" name=""/>
        <p:cNvGrpSpPr/>
        <p:nvPr/>
      </p:nvGrpSpPr>
      <p:grpSpPr>
        <a:xfrm>
          <a:off x="0" y="0"/>
          <a:ext cx="0" cy="0"/>
          <a:chOff x="0" y="0"/>
          <a:chExt cx="0" cy="0"/>
        </a:xfrm>
      </p:grpSpPr>
      <p:pic>
        <p:nvPicPr>
          <p:cNvPr id="9" name="Picture 8" descr="A black background with a purple and orange light&#10;&#10;AI-generated content may be incorrect.">
            <a:extLst>
              <a:ext uri="{FF2B5EF4-FFF2-40B4-BE49-F238E27FC236}">
                <a16:creationId xmlns:a16="http://schemas.microsoft.com/office/drawing/2014/main" id="{E41EB56E-DF88-E5AB-35AF-891395DCDB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4406900"/>
            <a:ext cx="6858000" cy="24511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00175" y="1886712"/>
            <a:ext cx="2630992" cy="3233928"/>
          </a:xfrm>
        </p:spPr>
        <p:txBody>
          <a:bodyPr anchor="t">
            <a:normAutofit/>
          </a:bodyPr>
          <a:lstStyle>
            <a:lvl1pPr>
              <a:defRPr sz="24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314325" y="208394"/>
            <a:ext cx="1899089" cy="338328"/>
          </a:xfrm>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400550" y="208394"/>
            <a:ext cx="1513161" cy="338328"/>
          </a:xfrm>
        </p:spPr>
        <p:txBody>
          <a:bodyPr/>
          <a:lstStyle>
            <a:lvl1pPr>
              <a:defRPr>
                <a:solidFill>
                  <a:schemeClr val="tx1"/>
                </a:solidFill>
              </a:defRPr>
            </a:lvl1pPr>
          </a:lstStyle>
          <a:p>
            <a:fld id="{5BCAD085-E8A6-8845-BD4E-CB4CCA059FC4}" type="datetimeFigureOut">
              <a:rPr lang="en-US" smtClean="0"/>
              <a:t>9/16/2026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8472441" y="208394"/>
            <a:ext cx="414867" cy="338328"/>
          </a:xfrm>
        </p:spPr>
        <p:txBody>
          <a:bodyPr/>
          <a:lstStyle>
            <a:lvl1pPr>
              <a:defRPr>
                <a:solidFill>
                  <a:schemeClr val="tx1"/>
                </a:solidFill>
              </a:defRPr>
            </a:lvl1p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4400551" y="1886712"/>
            <a:ext cx="3371850" cy="3233928"/>
          </a:xfrm>
        </p:spPr>
        <p:txBody>
          <a:bodyPr vert="horz" lIns="91440" tIns="45720" rIns="91440" bIns="45720" rtlCol="0">
            <a:normAutofit/>
          </a:bodyPr>
          <a:lstStyle>
            <a:lvl1pPr>
              <a:defRPr lang="en-US">
                <a:solidFill>
                  <a:schemeClr val="tx1"/>
                </a:solidFill>
              </a:defRPr>
            </a:lvl1pPr>
            <a:lvl2pPr>
              <a:defRPr lang="en-US">
                <a:solidFill>
                  <a:schemeClr val="tx1"/>
                </a:solidFill>
              </a:defRPr>
            </a:lvl2pPr>
            <a:lvl3pPr>
              <a:defRPr lang="en-US">
                <a:solidFill>
                  <a:schemeClr val="tx1"/>
                </a:solidFill>
              </a:defRPr>
            </a:lvl3pPr>
            <a:lvl4pPr>
              <a:defRPr lang="en-US">
                <a:solidFill>
                  <a:schemeClr val="tx1"/>
                </a:solidFill>
              </a:defRPr>
            </a:lvl4pPr>
            <a:lvl5pPr>
              <a:defRPr lang="en-US">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751694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327" y="1115568"/>
            <a:ext cx="1878948" cy="1624122"/>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322326" y="219456"/>
            <a:ext cx="2013036"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530548" y="215823"/>
            <a:ext cx="1114425" cy="338328"/>
          </a:xfrm>
        </p:spPr>
        <p:txBody>
          <a:bodyPr/>
          <a:lstStyle>
            <a:lvl1pPr>
              <a:defRPr>
                <a:solidFill>
                  <a:schemeClr val="tx1"/>
                </a:solidFill>
                <a:effectLst/>
              </a:defRPr>
            </a:lvl1pPr>
          </a:lstStyle>
          <a:p>
            <a:fld id="{5BCAD085-E8A6-8845-BD4E-CB4CCA059FC4}" type="datetimeFigureOut">
              <a:rPr lang="en-US" smtClean="0"/>
              <a:t>9/16/2026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8473682" y="215823"/>
            <a:ext cx="411954" cy="338328"/>
          </a:xfrm>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21327" y="3028523"/>
            <a:ext cx="1878948" cy="3410378"/>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DB2531DA-E07E-34C2-010B-27DB8B004926}"/>
              </a:ext>
            </a:extLst>
          </p:cNvPr>
          <p:cNvSpPr>
            <a:spLocks noGrp="1"/>
          </p:cNvSpPr>
          <p:nvPr>
            <p:ph type="pic" sz="quarter" idx="15" hasCustomPrompt="1"/>
          </p:nvPr>
        </p:nvSpPr>
        <p:spPr>
          <a:xfrm>
            <a:off x="2530548" y="1181100"/>
            <a:ext cx="6613452" cy="5676900"/>
          </a:xfrm>
          <a:blipFill>
            <a:blip r:embed="rId2">
              <a:alphaModFix amt="65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5922629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14325" y="1115568"/>
            <a:ext cx="3000375" cy="1352516"/>
          </a:xfrm>
        </p:spPr>
        <p:txBody>
          <a:bodyPr anchor="t">
            <a:normAutofit/>
          </a:bodyPr>
          <a:lstStyle>
            <a:lvl1pPr>
              <a:defRPr sz="225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314325" y="219456"/>
            <a:ext cx="2045948"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635924" y="219456"/>
            <a:ext cx="1310831" cy="338328"/>
          </a:xfrm>
        </p:spPr>
        <p:txBody>
          <a:bodyPr/>
          <a:lstStyle/>
          <a:p>
            <a:fld id="{5BCAD085-E8A6-8845-BD4E-CB4CCA059FC4}" type="datetimeFigureOut">
              <a:rPr lang="en-US" smtClean="0"/>
              <a:t>9/16/2026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8470461" y="216280"/>
            <a:ext cx="413335" cy="338328"/>
          </a:xfrm>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635924" y="1104900"/>
            <a:ext cx="5193752" cy="1352516"/>
          </a:xfrm>
        </p:spPr>
        <p:txBody>
          <a:bodyPr>
            <a:normAutofit/>
          </a:bodyPr>
          <a:lstStyle>
            <a:lvl1pPr marL="214313" indent="-214313">
              <a:buFont typeface="Arial" panose="020B0604020202020204" pitchFamily="34" charset="0"/>
              <a:buNone/>
              <a:defRPr sz="1050"/>
            </a:lvl1pPr>
            <a:lvl2pPr marL="385763" indent="-214313">
              <a:buFont typeface="Arial" panose="020B0604020202020204" pitchFamily="34" charset="0"/>
              <a:buNone/>
              <a:defRPr sz="1050"/>
            </a:lvl2pPr>
            <a:lvl3pPr marL="557213" indent="-214313">
              <a:buFont typeface="Arial" panose="020B0604020202020204" pitchFamily="34" charset="0"/>
              <a:buNone/>
              <a:defRPr sz="1050"/>
            </a:lvl3pPr>
            <a:lvl4pPr marL="642938" indent="-128588">
              <a:buFont typeface="Arial" panose="020B0604020202020204" pitchFamily="34" charset="0"/>
              <a:buNone/>
              <a:defRPr sz="1050"/>
            </a:lvl4pPr>
            <a:lvl5pPr marL="814388" indent="-128588">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Picture Placeholder 2">
            <a:extLst>
              <a:ext uri="{FF2B5EF4-FFF2-40B4-BE49-F238E27FC236}">
                <a16:creationId xmlns:a16="http://schemas.microsoft.com/office/drawing/2014/main" id="{C346877B-7C99-D26C-DFEC-72A4289A8FAC}"/>
              </a:ext>
            </a:extLst>
          </p:cNvPr>
          <p:cNvSpPr>
            <a:spLocks noGrp="1"/>
          </p:cNvSpPr>
          <p:nvPr>
            <p:ph type="pic" sz="quarter" idx="15" hasCustomPrompt="1"/>
          </p:nvPr>
        </p:nvSpPr>
        <p:spPr>
          <a:xfrm>
            <a:off x="0" y="2938510"/>
            <a:ext cx="9144000" cy="3919491"/>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24148585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14325" y="1115569"/>
            <a:ext cx="1885950" cy="2918919"/>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324295" y="214858"/>
            <a:ext cx="1885950" cy="338328"/>
          </a:xfrm>
        </p:spPr>
        <p:txBody>
          <a:bodyPr/>
          <a:lstStyle>
            <a:lvl1pPr>
              <a:defRPr>
                <a:solidFill>
                  <a:schemeClr val="tx1"/>
                </a:solidFill>
                <a:effectLst/>
              </a:defRPr>
            </a:lvl1pPr>
          </a:lstStyle>
          <a:p>
            <a:endParaRPr lang="en-US"/>
          </a:p>
        </p:txBody>
      </p:sp>
      <p:sp>
        <p:nvSpPr>
          <p:cNvPr id="9" name="Picture Placeholder 8">
            <a:extLst>
              <a:ext uri="{FF2B5EF4-FFF2-40B4-BE49-F238E27FC236}">
                <a16:creationId xmlns:a16="http://schemas.microsoft.com/office/drawing/2014/main" id="{1EB6A322-B3CC-9AE7-DB63-8B433811BD63}"/>
              </a:ext>
            </a:extLst>
          </p:cNvPr>
          <p:cNvSpPr>
            <a:spLocks noGrp="1"/>
          </p:cNvSpPr>
          <p:nvPr>
            <p:ph type="pic" sz="quarter" idx="15" hasCustomPrompt="1"/>
          </p:nvPr>
        </p:nvSpPr>
        <p:spPr>
          <a:xfrm>
            <a:off x="2567811" y="1"/>
            <a:ext cx="6576190" cy="3985719"/>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514600" y="4077628"/>
            <a:ext cx="1440180" cy="338328"/>
          </a:xfrm>
        </p:spPr>
        <p:txBody>
          <a:bodyPr/>
          <a:lstStyle/>
          <a:p>
            <a:fld id="{5BCAD085-E8A6-8845-BD4E-CB4CCA059FC4}" type="datetimeFigureOut">
              <a:rPr lang="en-US" smtClean="0"/>
              <a:t>9/16/2026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8468743" y="4077628"/>
            <a:ext cx="416961" cy="338328"/>
          </a:xfrm>
        </p:spPr>
        <p:txBody>
          <a:bodyPr/>
          <a:lstStyle>
            <a:lvl1pPr>
              <a:defRPr>
                <a:solidFill>
                  <a:schemeClr val="tx1"/>
                </a:solidFill>
                <a:effectLst/>
              </a:defRPr>
            </a:lvl1p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2514600" y="4423576"/>
            <a:ext cx="6315075" cy="1824824"/>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361158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411005" y="1115569"/>
            <a:ext cx="3935683" cy="994131"/>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322326" y="219456"/>
            <a:ext cx="2200275"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422434" y="209088"/>
            <a:ext cx="1383033" cy="338328"/>
          </a:xfrm>
        </p:spPr>
        <p:txBody>
          <a:bodyPr/>
          <a:lstStyle>
            <a:lvl1pPr>
              <a:defRPr>
                <a:solidFill>
                  <a:schemeClr val="tx1"/>
                </a:solidFill>
                <a:effectLst/>
              </a:defRPr>
            </a:lvl1pPr>
          </a:lstStyle>
          <a:p>
            <a:fld id="{5BCAD085-E8A6-8845-BD4E-CB4CCA059FC4}" type="datetimeFigureOut">
              <a:rPr lang="en-US" smtClean="0"/>
              <a:t>9/16/2026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8500639" y="209088"/>
            <a:ext cx="416961" cy="338328"/>
          </a:xfrm>
        </p:spPr>
        <p:txBody>
          <a:bodyPr/>
          <a:lstStyle/>
          <a:p>
            <a:fld id="{C1FF6DA9-008F-8B48-92A6-B652298478BF}" type="slidenum">
              <a:rPr lang="en-US" smtClean="0"/>
              <a:t>‹#›</a:t>
            </a:fld>
            <a:endParaRPr lang="en-US"/>
          </a:p>
        </p:txBody>
      </p:sp>
      <p:sp>
        <p:nvSpPr>
          <p:cNvPr id="4" name="Picture Placeholder 3">
            <a:extLst>
              <a:ext uri="{FF2B5EF4-FFF2-40B4-BE49-F238E27FC236}">
                <a16:creationId xmlns:a16="http://schemas.microsoft.com/office/drawing/2014/main" id="{F3BFBE8F-8803-50FD-04BC-3A247F9767CF}"/>
              </a:ext>
            </a:extLst>
          </p:cNvPr>
          <p:cNvSpPr>
            <a:spLocks noGrp="1"/>
          </p:cNvSpPr>
          <p:nvPr>
            <p:ph type="pic" sz="quarter" idx="15" hasCustomPrompt="1"/>
          </p:nvPr>
        </p:nvSpPr>
        <p:spPr>
          <a:xfrm>
            <a:off x="0" y="1181100"/>
            <a:ext cx="3935683" cy="5676900"/>
          </a:xfrm>
          <a:blipFill>
            <a:blip r:embed="rId2">
              <a:alphaModFix amt="65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4411005" y="2133600"/>
            <a:ext cx="3935683" cy="41148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217044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19543" y="1115569"/>
            <a:ext cx="2705753" cy="3170545"/>
          </a:xfrm>
        </p:spPr>
        <p:txBody>
          <a:bodyPr anchor="t">
            <a:normAutofit/>
          </a:bodyPr>
          <a:lstStyle>
            <a:lvl1pPr>
              <a:defRPr sz="2250"/>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322326" y="214858"/>
            <a:ext cx="1947830"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634432" y="214858"/>
            <a:ext cx="1190033" cy="338328"/>
          </a:xfrm>
        </p:spPr>
        <p:txBody>
          <a:bodyPr/>
          <a:lstStyle/>
          <a:p>
            <a:fld id="{5BCAD085-E8A6-8845-BD4E-CB4CCA059FC4}" type="datetimeFigureOut">
              <a:rPr lang="en-US" smtClean="0"/>
              <a:t>9/16/2026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8473208" y="214858"/>
            <a:ext cx="416961" cy="338328"/>
          </a:xfrm>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634432" y="1112672"/>
            <a:ext cx="5195243" cy="1967808"/>
          </a:xfrm>
        </p:spPr>
        <p:txBody>
          <a:bodyPr>
            <a:normAutofit/>
          </a:bodyPr>
          <a:lstStyle>
            <a:lvl1pPr marL="0" indent="0">
              <a:buFont typeface="Arial" panose="020B0604020202020204" pitchFamily="34" charset="0"/>
              <a:buNone/>
              <a:defRPr sz="1050"/>
            </a:lvl1pPr>
            <a:lvl2pPr marL="171450" indent="0">
              <a:buFont typeface="Arial" panose="020B0604020202020204" pitchFamily="34" charset="0"/>
              <a:buNone/>
              <a:defRPr sz="1050"/>
            </a:lvl2pPr>
            <a:lvl3pPr marL="342900" indent="0">
              <a:buFont typeface="Arial" panose="020B0604020202020204" pitchFamily="34" charset="0"/>
              <a:buNone/>
              <a:defRPr sz="1050"/>
            </a:lvl3pPr>
            <a:lvl4pPr marL="514350" indent="0">
              <a:buFont typeface="Arial" panose="020B0604020202020204" pitchFamily="34" charset="0"/>
              <a:buNone/>
              <a:defRPr sz="1050"/>
            </a:lvl4pPr>
            <a:lvl5pPr marL="6858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a:extLst>
              <a:ext uri="{FF2B5EF4-FFF2-40B4-BE49-F238E27FC236}">
                <a16:creationId xmlns:a16="http://schemas.microsoft.com/office/drawing/2014/main" id="{121707E4-5122-AA3B-7CFC-6AF9C0BAC463}"/>
              </a:ext>
            </a:extLst>
          </p:cNvPr>
          <p:cNvSpPr>
            <a:spLocks noGrp="1"/>
          </p:cNvSpPr>
          <p:nvPr>
            <p:ph type="pic" sz="quarter" idx="15" hasCustomPrompt="1"/>
          </p:nvPr>
        </p:nvSpPr>
        <p:spPr>
          <a:xfrm>
            <a:off x="3677310" y="3500204"/>
            <a:ext cx="5466691" cy="3357797"/>
          </a:xfrm>
          <a:custGeom>
            <a:avLst/>
            <a:gdLst>
              <a:gd name="connsiteX0" fmla="*/ 0 w 7391400"/>
              <a:gd name="connsiteY0" fmla="*/ 0 h 3018269"/>
              <a:gd name="connsiteX1" fmla="*/ 7391400 w 7391400"/>
              <a:gd name="connsiteY1" fmla="*/ 0 h 3018269"/>
              <a:gd name="connsiteX2" fmla="*/ 7391400 w 7391400"/>
              <a:gd name="connsiteY2" fmla="*/ 3018269 h 3018269"/>
              <a:gd name="connsiteX3" fmla="*/ 0 w 7391400"/>
              <a:gd name="connsiteY3" fmla="*/ 3018269 h 3018269"/>
            </a:gdLst>
            <a:ahLst/>
            <a:cxnLst>
              <a:cxn ang="0">
                <a:pos x="connsiteX0" y="connsiteY0"/>
              </a:cxn>
              <a:cxn ang="0">
                <a:pos x="connsiteX1" y="connsiteY1"/>
              </a:cxn>
              <a:cxn ang="0">
                <a:pos x="connsiteX2" y="connsiteY2"/>
              </a:cxn>
              <a:cxn ang="0">
                <a:pos x="connsiteX3" y="connsiteY3"/>
              </a:cxn>
            </a:cxnLst>
            <a:rect l="l" t="t" r="r" b="b"/>
            <a:pathLst>
              <a:path w="7391400" h="3018269">
                <a:moveTo>
                  <a:pt x="0" y="0"/>
                </a:moveTo>
                <a:lnTo>
                  <a:pt x="7391400" y="0"/>
                </a:lnTo>
                <a:lnTo>
                  <a:pt x="7391400" y="3018269"/>
                </a:lnTo>
                <a:lnTo>
                  <a:pt x="0" y="3018269"/>
                </a:lnTo>
                <a:close/>
              </a:path>
            </a:pathLst>
          </a:cu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3949370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4295" y="3429001"/>
            <a:ext cx="1875980" cy="2551982"/>
          </a:xfrm>
        </p:spPr>
        <p:txBody>
          <a:bodyPr anchor="t">
            <a:normAutofit/>
          </a:bodyPr>
          <a:lstStyle>
            <a:lvl1pPr>
              <a:defRPr sz="225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8402C8AD-A927-B946-5850-6500487D6883}"/>
              </a:ext>
            </a:extLst>
          </p:cNvPr>
          <p:cNvSpPr>
            <a:spLocks noGrp="1"/>
          </p:cNvSpPr>
          <p:nvPr>
            <p:ph type="pic" sz="quarter" idx="15" hasCustomPrompt="1"/>
          </p:nvPr>
        </p:nvSpPr>
        <p:spPr>
          <a:xfrm>
            <a:off x="0" y="2"/>
            <a:ext cx="9144000" cy="2705099"/>
          </a:xfrm>
          <a:blipFill>
            <a:blip r:embed="rId2">
              <a:alphaModFix amt="60000"/>
            </a:blip>
            <a:stretch>
              <a:fillRect/>
            </a:stretch>
          </a:blipFill>
        </p:spPr>
        <p:txBody>
          <a:bodyPr/>
          <a:lstStyle>
            <a:lvl1pPr>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324295" y="2865290"/>
            <a:ext cx="2044782"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514600" y="2865290"/>
            <a:ext cx="1475509" cy="338328"/>
          </a:xfrm>
        </p:spPr>
        <p:txBody>
          <a:bodyPr/>
          <a:lstStyle/>
          <a:p>
            <a:fld id="{5BCAD085-E8A6-8845-BD4E-CB4CCA059FC4}" type="datetimeFigureOut">
              <a:rPr lang="en-US" smtClean="0"/>
              <a:t>9/16/2026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8468743" y="2865290"/>
            <a:ext cx="416961" cy="338328"/>
          </a:xfrm>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2514600" y="3429000"/>
            <a:ext cx="6157653" cy="3009900"/>
          </a:xfrm>
        </p:spPr>
        <p:txBody>
          <a:bodyPr>
            <a:normAutofit/>
          </a:bodyPr>
          <a:lstStyle>
            <a:lvl1pPr marL="0" indent="0">
              <a:buFont typeface="Arial" panose="020B0604020202020204" pitchFamily="34" charset="0"/>
              <a:buNone/>
              <a:defRPr sz="1050"/>
            </a:lvl1pPr>
            <a:lvl2pPr marL="171450" indent="0">
              <a:buFont typeface="Arial" panose="020B0604020202020204" pitchFamily="34" charset="0"/>
              <a:buNone/>
              <a:defRPr sz="1050"/>
            </a:lvl2pPr>
            <a:lvl3pPr marL="342900" indent="0">
              <a:buFont typeface="Arial" panose="020B0604020202020204" pitchFamily="34" charset="0"/>
              <a:buNone/>
              <a:defRPr sz="1050"/>
            </a:lvl3pPr>
            <a:lvl4pPr marL="514350" indent="0">
              <a:buFont typeface="Arial" panose="020B0604020202020204" pitchFamily="34" charset="0"/>
              <a:buNone/>
              <a:defRPr sz="1050"/>
            </a:lvl4pPr>
            <a:lvl5pPr marL="6858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312713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34673" y="1115568"/>
            <a:ext cx="2702442" cy="1409878"/>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629025" y="209088"/>
            <a:ext cx="1885950" cy="338328"/>
          </a:xfrm>
        </p:spPr>
        <p:txBody>
          <a:bodyPr/>
          <a:lstStyle/>
          <a:p>
            <a:fld id="{5BCAD085-E8A6-8845-BD4E-CB4CCA059FC4}" type="datetimeFigureOut">
              <a:rPr lang="en-US" smtClean="0"/>
              <a:t>9/16/2026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8464515" y="219456"/>
            <a:ext cx="423256" cy="338328"/>
          </a:xfrm>
        </p:spPr>
        <p:txBody>
          <a:bodyPr/>
          <a:lstStyle>
            <a:lvl1pPr>
              <a:defRPr>
                <a:solidFill>
                  <a:schemeClr val="tx1"/>
                </a:solidFill>
                <a:effectLst/>
              </a:defRPr>
            </a:lvl1p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334673" y="2705100"/>
            <a:ext cx="2702442" cy="36957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183D1CED-EDC4-B2B7-E11C-EF0ED41A9136}"/>
              </a:ext>
            </a:extLst>
          </p:cNvPr>
          <p:cNvSpPr>
            <a:spLocks noGrp="1"/>
          </p:cNvSpPr>
          <p:nvPr>
            <p:ph type="pic" sz="quarter" idx="15" hasCustomPrompt="1"/>
          </p:nvPr>
        </p:nvSpPr>
        <p:spPr>
          <a:xfrm>
            <a:off x="3701452" y="1175658"/>
            <a:ext cx="5442548" cy="5682342"/>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22628280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14325" y="4607626"/>
            <a:ext cx="3314700" cy="1640774"/>
          </a:xfrm>
        </p:spPr>
        <p:txBody>
          <a:bodyPr anchor="t"/>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04508209-B462-E74A-288F-8910B06DE3A1}"/>
              </a:ext>
            </a:extLst>
          </p:cNvPr>
          <p:cNvSpPr>
            <a:spLocks noGrp="1"/>
          </p:cNvSpPr>
          <p:nvPr>
            <p:ph type="pic" sz="quarter" idx="15" hasCustomPrompt="1"/>
          </p:nvPr>
        </p:nvSpPr>
        <p:spPr>
          <a:xfrm>
            <a:off x="1435" y="1"/>
            <a:ext cx="3627590" cy="4214191"/>
          </a:xfrm>
          <a:blipFill>
            <a:blip r:embed="rId2">
              <a:alphaModFix amt="60000"/>
            </a:blip>
            <a:stretch>
              <a:fillRect/>
            </a:stretch>
          </a:blipFill>
        </p:spPr>
        <p:txBody>
          <a:bodyPr/>
          <a:lstStyle>
            <a:lvl1pPr>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55956" y="209088"/>
            <a:ext cx="2044782"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600825" y="214858"/>
            <a:ext cx="1428938" cy="338328"/>
          </a:xfrm>
        </p:spPr>
        <p:txBody>
          <a:bodyPr/>
          <a:lstStyle>
            <a:lvl1pPr>
              <a:defRPr>
                <a:solidFill>
                  <a:schemeClr val="tx1"/>
                </a:solidFill>
                <a:effectLst/>
              </a:defRPr>
            </a:lvl1pPr>
          </a:lstStyle>
          <a:p>
            <a:fld id="{5BCAD085-E8A6-8845-BD4E-CB4CCA059FC4}" type="datetimeFigureOut">
              <a:rPr lang="en-US" smtClean="0"/>
              <a:t>9/16/2026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155957" y="1104900"/>
            <a:ext cx="4312786" cy="5143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151499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14326" y="1115568"/>
            <a:ext cx="2329001" cy="1636510"/>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324295" y="214858"/>
            <a:ext cx="2044782"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041641" y="214858"/>
            <a:ext cx="1902741" cy="338328"/>
          </a:xfrm>
        </p:spPr>
        <p:txBody>
          <a:bodyPr/>
          <a:lstStyle/>
          <a:p>
            <a:fld id="{5BCAD085-E8A6-8845-BD4E-CB4CCA059FC4}" type="datetimeFigureOut">
              <a:rPr lang="en-US" smtClean="0"/>
              <a:t>9/16/2026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8469630" y="214858"/>
            <a:ext cx="416961" cy="338328"/>
          </a:xfrm>
        </p:spPr>
        <p:txBody>
          <a:bodyPr/>
          <a:lstStyle/>
          <a:p>
            <a:fld id="{C1FF6DA9-008F-8B48-92A6-B652298478BF}" type="slidenum">
              <a:rPr lang="en-US" smtClean="0"/>
              <a:t>‹#›</a:t>
            </a:fld>
            <a:endParaRPr lang="en-US"/>
          </a:p>
        </p:txBody>
      </p:sp>
      <p:sp>
        <p:nvSpPr>
          <p:cNvPr id="4" name="Picture Placeholder 3">
            <a:extLst>
              <a:ext uri="{FF2B5EF4-FFF2-40B4-BE49-F238E27FC236}">
                <a16:creationId xmlns:a16="http://schemas.microsoft.com/office/drawing/2014/main" id="{EA8D0EC2-AB64-20F7-00E1-73B35DEAA2D7}"/>
              </a:ext>
            </a:extLst>
          </p:cNvPr>
          <p:cNvSpPr>
            <a:spLocks noGrp="1"/>
          </p:cNvSpPr>
          <p:nvPr>
            <p:ph type="pic" sz="quarter" idx="15" hasCustomPrompt="1"/>
          </p:nvPr>
        </p:nvSpPr>
        <p:spPr>
          <a:xfrm>
            <a:off x="1" y="3017520"/>
            <a:ext cx="2563427" cy="3840480"/>
          </a:xfrm>
          <a:blipFill>
            <a:blip r:embed="rId2">
              <a:alphaModFix amt="65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3041642" y="1104902"/>
            <a:ext cx="5607428" cy="53339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432238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pic>
        <p:nvPicPr>
          <p:cNvPr id="6" name="Picture 5" descr="A close up of a colorful background&#10;&#10;AI-generated content may be incorrect.">
            <a:extLst>
              <a:ext uri="{FF2B5EF4-FFF2-40B4-BE49-F238E27FC236}">
                <a16:creationId xmlns:a16="http://schemas.microsoft.com/office/drawing/2014/main" id="{C26FEAF5-B987-7B83-7D1F-A4C535E2B000}"/>
              </a:ext>
            </a:extLst>
          </p:cNvPr>
          <p:cNvPicPr>
            <a:picLocks noChangeAspect="1"/>
          </p:cNvPicPr>
          <p:nvPr/>
        </p:nvPicPr>
        <p:blipFill>
          <a:blip r:embed="rId2">
            <a:extLst>
              <a:ext uri="{28A0092B-C50C-407E-A947-70E740481C1C}">
                <a14:useLocalDpi xmlns:a14="http://schemas.microsoft.com/office/drawing/2010/main" val="0"/>
              </a:ext>
            </a:extLst>
          </a:blip>
          <a:srcRect t="17701" r="5781"/>
          <a:stretch>
            <a:fillRect/>
          </a:stretch>
        </p:blipFill>
        <p:spPr>
          <a:xfrm rot="10800000" flipH="1">
            <a:off x="0" y="-1"/>
            <a:ext cx="9144000" cy="6864096"/>
          </a:xfrm>
          <a:prstGeom prst="rect">
            <a:avLst/>
          </a:prstGeom>
        </p:spPr>
      </p:pic>
      <p:sp>
        <p:nvSpPr>
          <p:cNvPr id="9" name="Title 8">
            <a:extLst>
              <a:ext uri="{FF2B5EF4-FFF2-40B4-BE49-F238E27FC236}">
                <a16:creationId xmlns:a16="http://schemas.microsoft.com/office/drawing/2014/main" id="{E9DD887D-B316-418B-8AF4-4F941223A039}"/>
              </a:ext>
            </a:extLst>
          </p:cNvPr>
          <p:cNvSpPr>
            <a:spLocks noGrp="1"/>
          </p:cNvSpPr>
          <p:nvPr>
            <p:ph type="title"/>
          </p:nvPr>
        </p:nvSpPr>
        <p:spPr>
          <a:xfrm>
            <a:off x="5829300" y="5082379"/>
            <a:ext cx="3000375" cy="1169230"/>
          </a:xfrm>
        </p:spPr>
        <p:txBody>
          <a:bodyPr anchor="b">
            <a:normAutofit/>
          </a:bodyPr>
          <a:lstStyle>
            <a:lvl1pPr>
              <a:defRPr sz="1500" spc="-38" baseline="0"/>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a:xfrm>
            <a:off x="5829300" y="209088"/>
            <a:ext cx="1478018" cy="338328"/>
          </a:xfrm>
        </p:spPr>
        <p:txBody>
          <a:bodyPr/>
          <a:lstStyle>
            <a:lvl1pPr>
              <a:defRPr>
                <a:solidFill>
                  <a:schemeClr val="tx1"/>
                </a:solidFill>
              </a:defRPr>
            </a:lvl1pPr>
          </a:lstStyle>
          <a:p>
            <a:fld id="{5BCAD085-E8A6-8845-BD4E-CB4CCA059FC4}" type="datetimeFigureOut">
              <a:rPr lang="en-US" smtClean="0"/>
              <a:t>9/16/2026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
        <p:nvSpPr>
          <p:cNvPr id="12" name="Content Placeholder 11">
            <a:extLst>
              <a:ext uri="{FF2B5EF4-FFF2-40B4-BE49-F238E27FC236}">
                <a16:creationId xmlns:a16="http://schemas.microsoft.com/office/drawing/2014/main" id="{942D9118-C154-84FE-9D86-92525287F07F}"/>
              </a:ext>
            </a:extLst>
          </p:cNvPr>
          <p:cNvSpPr>
            <a:spLocks noGrp="1"/>
          </p:cNvSpPr>
          <p:nvPr>
            <p:ph sz="quarter" idx="14" hasCustomPrompt="1"/>
          </p:nvPr>
        </p:nvSpPr>
        <p:spPr>
          <a:xfrm>
            <a:off x="210742" y="1063626"/>
            <a:ext cx="7821215" cy="3508375"/>
          </a:xfrm>
        </p:spPr>
        <p:txBody>
          <a:bodyPr>
            <a:noAutofit/>
          </a:bodyPr>
          <a:lstStyle>
            <a:lvl1pPr>
              <a:lnSpc>
                <a:spcPct val="80000"/>
              </a:lnSpc>
              <a:defRPr sz="19500"/>
            </a:lvl1pPr>
          </a:lstStyle>
          <a:p>
            <a:pPr lvl="0"/>
            <a:r>
              <a:rPr lang="en-US" dirty="0"/>
              <a:t>XX%</a:t>
            </a:r>
          </a:p>
        </p:txBody>
      </p:sp>
    </p:spTree>
    <p:extLst>
      <p:ext uri="{BB962C8B-B14F-4D97-AF65-F5344CB8AC3E}">
        <p14:creationId xmlns:p14="http://schemas.microsoft.com/office/powerpoint/2010/main" val="31711214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pic>
        <p:nvPicPr>
          <p:cNvPr id="6" name="Picture 5" descr="A red and purple light&#10;&#10;AI-generated content may be incorrect.">
            <a:extLst>
              <a:ext uri="{FF2B5EF4-FFF2-40B4-BE49-F238E27FC236}">
                <a16:creationId xmlns:a16="http://schemas.microsoft.com/office/drawing/2014/main" id="{27A6C04A-3EE2-7293-8111-E4CF6B18B2D4}"/>
              </a:ext>
            </a:extLst>
          </p:cNvPr>
          <p:cNvPicPr>
            <a:picLocks noChangeAspect="1"/>
          </p:cNvPicPr>
          <p:nvPr/>
        </p:nvPicPr>
        <p:blipFill>
          <a:blip r:embed="rId2">
            <a:extLst>
              <a:ext uri="{28A0092B-C50C-407E-A947-70E740481C1C}">
                <a14:useLocalDpi xmlns:a14="http://schemas.microsoft.com/office/drawing/2010/main" val="0"/>
              </a:ext>
            </a:extLst>
          </a:blip>
          <a:srcRect l="7784" t="57458" r="22221" b="1"/>
          <a:stretch>
            <a:fillRect/>
          </a:stretch>
        </p:blipFill>
        <p:spPr>
          <a:xfrm rot="10800000">
            <a:off x="0" y="1"/>
            <a:ext cx="9144000" cy="4802819"/>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459486" y="-1133856"/>
            <a:ext cx="7989570" cy="914400"/>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5BCAD085-E8A6-8845-BD4E-CB4CCA059FC4}" type="datetimeFigureOut">
              <a:rPr lang="en-US" smtClean="0"/>
              <a:t>9/16/2026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14325" y="2885607"/>
            <a:ext cx="6600826" cy="3553293"/>
          </a:xfrm>
        </p:spPr>
        <p:txBody>
          <a:bodyPr anchor="b">
            <a:normAutofit/>
          </a:bodyPr>
          <a:lstStyle>
            <a:lvl1pPr marL="0" indent="0">
              <a:lnSpc>
                <a:spcPct val="85000"/>
              </a:lnSpc>
              <a:buNone/>
              <a:defRPr sz="4500" b="0" spc="-38" baseline="0">
                <a:solidFill>
                  <a:schemeClr val="tx1"/>
                </a:solidFill>
              </a:defRPr>
            </a:lvl1pPr>
            <a:lvl2pPr marL="171450" indent="0">
              <a:lnSpc>
                <a:spcPct val="85000"/>
              </a:lnSpc>
              <a:buNone/>
              <a:defRPr sz="3300" b="0" spc="-38" baseline="0">
                <a:solidFill>
                  <a:schemeClr val="tx1"/>
                </a:solidFill>
              </a:defRPr>
            </a:lvl2pPr>
            <a:lvl3pPr marL="342900" indent="0">
              <a:lnSpc>
                <a:spcPct val="85000"/>
              </a:lnSpc>
              <a:buNone/>
              <a:defRPr sz="3000" b="0" spc="-38" baseline="0">
                <a:solidFill>
                  <a:schemeClr val="tx1"/>
                </a:solidFill>
              </a:defRPr>
            </a:lvl3pPr>
            <a:lvl4pPr marL="514350" indent="0">
              <a:lnSpc>
                <a:spcPct val="85000"/>
              </a:lnSpc>
              <a:buNone/>
              <a:defRPr sz="2700" b="0" spc="-38" baseline="0">
                <a:solidFill>
                  <a:schemeClr val="tx1"/>
                </a:solidFill>
              </a:defRPr>
            </a:lvl4pPr>
            <a:lvl5pPr marL="685800" indent="0">
              <a:lnSpc>
                <a:spcPct val="85000"/>
              </a:lnSpc>
              <a:buNone/>
              <a:defRPr sz="2400" b="0" spc="-38" baseline="0">
                <a:solidFill>
                  <a:schemeClr val="tx1"/>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66598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6" name="Picture 5" descr="A close up of a colorful background&#10;&#10;AI-generated content may be incorrect.">
            <a:extLst>
              <a:ext uri="{FF2B5EF4-FFF2-40B4-BE49-F238E27FC236}">
                <a16:creationId xmlns:a16="http://schemas.microsoft.com/office/drawing/2014/main" id="{56ABB8EC-1098-DCAC-E2E3-BCA53EEC625D}"/>
              </a:ext>
            </a:extLst>
          </p:cNvPr>
          <p:cNvPicPr>
            <a:picLocks noChangeAspect="1"/>
          </p:cNvPicPr>
          <p:nvPr/>
        </p:nvPicPr>
        <p:blipFill>
          <a:blip r:embed="rId2">
            <a:extLst>
              <a:ext uri="{28A0092B-C50C-407E-A947-70E740481C1C}">
                <a14:useLocalDpi xmlns:a14="http://schemas.microsoft.com/office/drawing/2010/main" val="0"/>
              </a:ext>
            </a:extLst>
          </a:blip>
          <a:srcRect l="1291" t="22024" r="10011"/>
          <a:stretch>
            <a:fillRect/>
          </a:stretch>
        </p:blipFill>
        <p:spPr>
          <a:xfrm rot="10800000" flipH="1">
            <a:off x="0" y="0"/>
            <a:ext cx="9144000" cy="6864096"/>
          </a:xfrm>
          <a:prstGeom prst="rect">
            <a:avLst/>
          </a:prstGeom>
        </p:spPr>
      </p:pic>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400175" y="4874219"/>
            <a:ext cx="6379925" cy="666427"/>
          </a:xfrm>
        </p:spPr>
        <p:txBody>
          <a:bodyPr anchor="ctr">
            <a:normAutofit/>
          </a:bodyPr>
          <a:lstStyle>
            <a:lvl1pPr algn="r">
              <a:lnSpc>
                <a:spcPct val="90000"/>
              </a:lnSpc>
              <a:defRPr sz="1050" b="0" cap="all" spc="75" baseline="0">
                <a:solidFill>
                  <a:schemeClr val="tx1"/>
                </a:solidFill>
              </a:defRPr>
            </a:lvl1pPr>
          </a:lstStyle>
          <a:p>
            <a:r>
              <a:rPr lang="en-US" dirty="0"/>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1"/>
                </a:solidFill>
              </a:defRPr>
            </a:lvl1pPr>
          </a:lstStyle>
          <a:p>
            <a:fld id="{80BDAA3E-BE52-42BC-99E8-CCCB81A57ABD}" type="datetime1">
              <a:rPr lang="en-US" smtClean="0"/>
              <a:t>9/16/2026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400175" y="1856096"/>
            <a:ext cx="6379925" cy="2855388"/>
          </a:xfrm>
        </p:spPr>
        <p:txBody>
          <a:bodyPr anchor="ctr">
            <a:normAutofit/>
          </a:bodyPr>
          <a:lstStyle>
            <a:lvl1pPr marL="123444" indent="-123444">
              <a:lnSpc>
                <a:spcPct val="90000"/>
              </a:lnSpc>
              <a:spcBef>
                <a:spcPts val="0"/>
              </a:spcBef>
              <a:buFont typeface="Arial" panose="020B0604020202020204" pitchFamily="34" charset="0"/>
              <a:buNone/>
              <a:defRPr sz="3750" spc="-38" baseline="0">
                <a:solidFill>
                  <a:schemeClr val="tx1"/>
                </a:solidFill>
              </a:defRPr>
            </a:lvl1pPr>
          </a:lstStyle>
          <a:p>
            <a:pPr lvl="0"/>
            <a:r>
              <a:rPr lang="en-US" dirty="0"/>
              <a:t>Click to add Quote</a:t>
            </a:r>
          </a:p>
        </p:txBody>
      </p:sp>
    </p:spTree>
    <p:extLst>
      <p:ext uri="{BB962C8B-B14F-4D97-AF65-F5344CB8AC3E}">
        <p14:creationId xmlns:p14="http://schemas.microsoft.com/office/powerpoint/2010/main" val="35689545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14325" y="1115569"/>
            <a:ext cx="6286500" cy="701657"/>
          </a:xfrm>
        </p:spPr>
        <p:txBody>
          <a:bodyPr/>
          <a:lstStyle>
            <a:lvl1pPr>
              <a:defRPr>
                <a:solidFill>
                  <a:schemeClr val="tx1"/>
                </a:solidFill>
              </a:defRPr>
            </a:lvl1pPr>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5BCAD085-E8A6-8845-BD4E-CB4CCA059FC4}" type="datetimeFigureOut">
              <a:rPr lang="en-US" smtClean="0"/>
              <a:t>9/16/2026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
        <p:nvSpPr>
          <p:cNvPr id="4" name="Content Placeholder 3">
            <a:extLst>
              <a:ext uri="{FF2B5EF4-FFF2-40B4-BE49-F238E27FC236}">
                <a16:creationId xmlns:a16="http://schemas.microsoft.com/office/drawing/2014/main" id="{704CA46A-141E-21AB-51BA-BA1F0F395708}"/>
              </a:ext>
            </a:extLst>
          </p:cNvPr>
          <p:cNvSpPr>
            <a:spLocks noGrp="1"/>
          </p:cNvSpPr>
          <p:nvPr>
            <p:ph sz="quarter" idx="15"/>
          </p:nvPr>
        </p:nvSpPr>
        <p:spPr>
          <a:xfrm>
            <a:off x="323850" y="1900238"/>
            <a:ext cx="3693319" cy="43481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F8607D36-7013-02AC-69A9-8D38C5BBA7D0}"/>
              </a:ext>
            </a:extLst>
          </p:cNvPr>
          <p:cNvSpPr>
            <a:spLocks noGrp="1"/>
          </p:cNvSpPr>
          <p:nvPr>
            <p:ph sz="quarter" idx="16"/>
          </p:nvPr>
        </p:nvSpPr>
        <p:spPr>
          <a:xfrm>
            <a:off x="4409118" y="1900238"/>
            <a:ext cx="3693319" cy="43481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7465058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313992" y="932098"/>
            <a:ext cx="8126654" cy="704088"/>
          </a:xfrm>
        </p:spPr>
        <p:txBody>
          <a:bodyPr/>
          <a:lstStyle>
            <a:lvl1pPr>
              <a:defRPr>
                <a:solidFill>
                  <a:schemeClr val="tx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6600825" y="214858"/>
            <a:ext cx="1440180" cy="338328"/>
          </a:xfrm>
        </p:spPr>
        <p:txBody>
          <a:bodyPr/>
          <a:lstStyle>
            <a:lvl1pPr>
              <a:defRPr>
                <a:solidFill>
                  <a:schemeClr val="tx1"/>
                </a:solidFill>
              </a:defRPr>
            </a:lvl1pPr>
          </a:lstStyle>
          <a:p>
            <a:fld id="{5BCAD085-E8A6-8845-BD4E-CB4CCA059FC4}" type="datetimeFigureOut">
              <a:rPr lang="en-US" smtClean="0"/>
              <a:t>9/16/2026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313991" y="1675614"/>
            <a:ext cx="3685439" cy="559834"/>
          </a:xfrm>
        </p:spPr>
        <p:txBody>
          <a:bodyPr anchor="b">
            <a:normAutofit/>
          </a:bodyPr>
          <a:lstStyle>
            <a:lvl1pPr marL="0" indent="0">
              <a:lnSpc>
                <a:spcPct val="90000"/>
              </a:lnSpc>
              <a:buNone/>
              <a:defRPr sz="1200" b="1"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A1854769-C5D8-1BF0-C3A2-77216D6255DB}"/>
              </a:ext>
            </a:extLst>
          </p:cNvPr>
          <p:cNvSpPr>
            <a:spLocks noGrp="1"/>
          </p:cNvSpPr>
          <p:nvPr>
            <p:ph sz="quarter" idx="15"/>
          </p:nvPr>
        </p:nvSpPr>
        <p:spPr>
          <a:xfrm>
            <a:off x="323850" y="2285022"/>
            <a:ext cx="3675580" cy="39633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4714875" y="1675614"/>
            <a:ext cx="3725771" cy="559834"/>
          </a:xfrm>
        </p:spPr>
        <p:txBody>
          <a:bodyPr anchor="b">
            <a:normAutofit/>
          </a:bodyPr>
          <a:lstStyle>
            <a:lvl1pPr marL="0" indent="0">
              <a:lnSpc>
                <a:spcPct val="90000"/>
              </a:lnSpc>
              <a:buNone/>
              <a:defRPr sz="1200" b="1"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3">
            <a:extLst>
              <a:ext uri="{FF2B5EF4-FFF2-40B4-BE49-F238E27FC236}">
                <a16:creationId xmlns:a16="http://schemas.microsoft.com/office/drawing/2014/main" id="{B3527224-4234-3620-766D-DCCA3AFDF896}"/>
              </a:ext>
            </a:extLst>
          </p:cNvPr>
          <p:cNvSpPr>
            <a:spLocks noGrp="1"/>
          </p:cNvSpPr>
          <p:nvPr>
            <p:ph sz="quarter" idx="16"/>
          </p:nvPr>
        </p:nvSpPr>
        <p:spPr>
          <a:xfrm>
            <a:off x="4709551" y="2285022"/>
            <a:ext cx="3737072" cy="39633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2647303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315594" y="1113511"/>
            <a:ext cx="6285232" cy="876193"/>
          </a:xfrm>
        </p:spPr>
        <p:txBody>
          <a:bodyPr/>
          <a:lstStyle>
            <a:lvl1pPr>
              <a:defRPr>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5BCAD085-E8A6-8845-BD4E-CB4CCA059FC4}" type="datetimeFigureOut">
              <a:rPr lang="en-US" smtClean="0"/>
              <a:t>9/16/2026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23152239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5BCAD085-E8A6-8845-BD4E-CB4CCA059FC4}" type="datetimeFigureOut">
              <a:rPr lang="en-US" smtClean="0"/>
              <a:t>9/16/2026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30050336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spTree>
      <p:nvGrpSpPr>
        <p:cNvPr id="1" name=""/>
        <p:cNvGrpSpPr/>
        <p:nvPr/>
      </p:nvGrpSpPr>
      <p:grpSpPr>
        <a:xfrm>
          <a:off x="0" y="0"/>
          <a:ext cx="0" cy="0"/>
          <a:chOff x="0" y="0"/>
          <a:chExt cx="0" cy="0"/>
        </a:xfrm>
      </p:grpSpPr>
      <p:pic>
        <p:nvPicPr>
          <p:cNvPr id="7" name="Picture 6" descr="A red and purple light&#10;&#10;AI-generated content may be incorrect.">
            <a:extLst>
              <a:ext uri="{FF2B5EF4-FFF2-40B4-BE49-F238E27FC236}">
                <a16:creationId xmlns:a16="http://schemas.microsoft.com/office/drawing/2014/main" id="{CC69B319-31FA-514C-5A82-30B4D1B20A23}"/>
              </a:ext>
            </a:extLst>
          </p:cNvPr>
          <p:cNvPicPr>
            <a:picLocks noChangeAspect="1"/>
          </p:cNvPicPr>
          <p:nvPr/>
        </p:nvPicPr>
        <p:blipFill>
          <a:blip r:embed="rId2">
            <a:extLst>
              <a:ext uri="{28A0092B-C50C-407E-A947-70E740481C1C}">
                <a14:useLocalDpi xmlns:a14="http://schemas.microsoft.com/office/drawing/2010/main" val="0"/>
              </a:ext>
            </a:extLst>
          </a:blip>
          <a:srcRect r="7892"/>
          <a:stretch>
            <a:fillRect/>
          </a:stretch>
        </p:blipFill>
        <p:spPr>
          <a:xfrm flipH="1">
            <a:off x="0" y="0"/>
            <a:ext cx="9143999"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24295" y="758952"/>
            <a:ext cx="5707251" cy="1734866"/>
          </a:xfrm>
        </p:spPr>
        <p:txBody>
          <a:bodyPr anchor="t">
            <a:noAutofit/>
          </a:bodyPr>
          <a:lstStyle>
            <a:lvl1pPr>
              <a:defRPr sz="54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5BCAD085-E8A6-8845-BD4E-CB4CCA059FC4}" type="datetimeFigureOut">
              <a:rPr lang="en-US" smtClean="0"/>
              <a:t>9/16/2026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314325" y="2705101"/>
            <a:ext cx="6600825" cy="2947550"/>
          </a:xfrm>
        </p:spPr>
        <p:txBody>
          <a:bodyPr vert="horz" lIns="91440" tIns="45720" rIns="91440" bIns="45720" rtlCol="0">
            <a:normAutofit/>
          </a:bodyPr>
          <a:lstStyle>
            <a:lvl1pPr>
              <a:defRPr lang="en-US" dirty="0">
                <a:solidFill>
                  <a:schemeClr val="tx1"/>
                </a:solidFill>
              </a:defRPr>
            </a:lvl1pPr>
            <a:lvl2pPr>
              <a:defRPr lang="en-US" dirty="0">
                <a:solidFill>
                  <a:schemeClr val="tx1"/>
                </a:solidFill>
              </a:defRPr>
            </a:lvl2pPr>
            <a:lvl3pPr>
              <a:defRPr lang="en-US" dirty="0">
                <a:solidFill>
                  <a:schemeClr val="tx1"/>
                </a:solidFill>
              </a:defRPr>
            </a:lvl3pPr>
            <a:lvl4pPr>
              <a:defRPr lang="en-US" dirty="0">
                <a:solidFill>
                  <a:schemeClr val="tx1"/>
                </a:solidFill>
              </a:defRPr>
            </a:lvl4pPr>
            <a:lvl5pPr>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7091848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pic>
        <p:nvPicPr>
          <p:cNvPr id="3" name="Picture 2" descr="A red and purple light&#10;&#10;AI-generated content may be incorrect.">
            <a:extLst>
              <a:ext uri="{FF2B5EF4-FFF2-40B4-BE49-F238E27FC236}">
                <a16:creationId xmlns:a16="http://schemas.microsoft.com/office/drawing/2014/main" id="{86565871-9318-EC0D-5245-A159818CA83F}"/>
              </a:ext>
            </a:extLst>
          </p:cNvPr>
          <p:cNvPicPr>
            <a:picLocks noChangeAspect="1"/>
          </p:cNvPicPr>
          <p:nvPr/>
        </p:nvPicPr>
        <p:blipFill>
          <a:blip r:embed="rId2">
            <a:extLst>
              <a:ext uri="{28A0092B-C50C-407E-A947-70E740481C1C}">
                <a14:useLocalDpi xmlns:a14="http://schemas.microsoft.com/office/drawing/2010/main" val="0"/>
              </a:ext>
            </a:extLst>
          </a:blip>
          <a:srcRect r="7892"/>
          <a:stretch>
            <a:fillRect/>
          </a:stretch>
        </p:blipFill>
        <p:spPr>
          <a:xfrm flipH="1">
            <a:off x="0" y="0"/>
            <a:ext cx="9143999" cy="6858000"/>
          </a:xfrm>
          <a:prstGeom prst="rect">
            <a:avLst/>
          </a:prstGeom>
        </p:spPr>
      </p:pic>
      <p:sp>
        <p:nvSpPr>
          <p:cNvPr id="9" name="Title 8">
            <a:extLst>
              <a:ext uri="{FF2B5EF4-FFF2-40B4-BE49-F238E27FC236}">
                <a16:creationId xmlns:a16="http://schemas.microsoft.com/office/drawing/2014/main" id="{687F1B09-5020-D2DD-189E-7226AD232923}"/>
              </a:ext>
            </a:extLst>
          </p:cNvPr>
          <p:cNvSpPr>
            <a:spLocks noGrp="1"/>
          </p:cNvSpPr>
          <p:nvPr>
            <p:ph type="title"/>
          </p:nvPr>
        </p:nvSpPr>
        <p:spPr>
          <a:xfrm>
            <a:off x="315594" y="2704772"/>
            <a:ext cx="4099245" cy="2733384"/>
          </a:xfrm>
        </p:spPr>
        <p:txBody>
          <a:bodyPr/>
          <a:lstStyle>
            <a:lvl1pPr>
              <a:defRPr sz="5400">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5BCAD085-E8A6-8845-BD4E-CB4CCA059FC4}" type="datetimeFigureOut">
              <a:rPr lang="en-US" smtClean="0"/>
              <a:t>9/16/2026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1FF6DA9-008F-8B48-92A6-B652298478BF}" type="slidenum">
              <a:rPr lang="en-US" smtClean="0"/>
              <a:t>‹#›</a:t>
            </a:fld>
            <a:endParaRPr lang="en-US"/>
          </a:p>
        </p:txBody>
      </p:sp>
      <p:sp>
        <p:nvSpPr>
          <p:cNvPr id="12" name="Content Placeholder 11">
            <a:extLst>
              <a:ext uri="{FF2B5EF4-FFF2-40B4-BE49-F238E27FC236}">
                <a16:creationId xmlns:a16="http://schemas.microsoft.com/office/drawing/2014/main" id="{8492B719-9068-0A96-E408-4EB3E9F85BE9}"/>
              </a:ext>
            </a:extLst>
          </p:cNvPr>
          <p:cNvSpPr>
            <a:spLocks noGrp="1"/>
          </p:cNvSpPr>
          <p:nvPr>
            <p:ph sz="quarter" idx="15"/>
          </p:nvPr>
        </p:nvSpPr>
        <p:spPr>
          <a:xfrm>
            <a:off x="4729163" y="2705100"/>
            <a:ext cx="3307556" cy="15621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474334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315594" y="1113511"/>
            <a:ext cx="7456807" cy="876193"/>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322063" y="2133600"/>
            <a:ext cx="7456807" cy="4305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324295" y="214858"/>
            <a:ext cx="2044782" cy="338328"/>
          </a:xfrm>
          <a:prstGeom prst="rect">
            <a:avLst/>
          </a:prstGeom>
        </p:spPr>
        <p:txBody>
          <a:bodyPr vert="horz" lIns="91440" tIns="45720" rIns="91440" bIns="45720" rtlCol="0" anchor="ctr"/>
          <a:lstStyle>
            <a:lvl1pPr algn="l" rtl="0">
              <a:defRPr sz="525" cap="all" baseline="0">
                <a:solidFill>
                  <a:schemeClr val="tx1"/>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600825" y="214858"/>
            <a:ext cx="1440180" cy="338328"/>
          </a:xfrm>
          <a:prstGeom prst="rect">
            <a:avLst/>
          </a:prstGeom>
        </p:spPr>
        <p:txBody>
          <a:bodyPr vert="horz" lIns="91440" tIns="45720" rIns="91440" bIns="45720" rtlCol="0" anchor="ctr"/>
          <a:lstStyle>
            <a:lvl1pPr algn="l" rtl="0">
              <a:defRPr sz="525" cap="all" baseline="0">
                <a:solidFill>
                  <a:schemeClr val="tx1"/>
                </a:solidFill>
              </a:defRPr>
            </a:lvl1pPr>
          </a:lstStyle>
          <a:p>
            <a:fld id="{5BCAD085-E8A6-8845-BD4E-CB4CCA059FC4}" type="datetimeFigureOut">
              <a:rPr lang="en-US" smtClean="0"/>
              <a:t>9/16/2026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8468743" y="214858"/>
            <a:ext cx="416961" cy="338328"/>
          </a:xfrm>
          <a:prstGeom prst="rect">
            <a:avLst/>
          </a:prstGeom>
        </p:spPr>
        <p:txBody>
          <a:bodyPr vert="horz" lIns="91440" tIns="45720" rIns="91440" bIns="45720" rtlCol="0" anchor="ctr"/>
          <a:lstStyle>
            <a:lvl1pPr algn="r" rtl="0">
              <a:defRPr sz="525" cap="all" baseline="0">
                <a:solidFill>
                  <a:schemeClr val="tx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390496556"/>
      </p:ext>
    </p:extLst>
  </p:cSld>
  <p:clrMap bg1="dk1" tx1="lt1" bg2="dk2" tx2="lt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 id="2147483772" r:id="rId12"/>
    <p:sldLayoutId id="2147483773" r:id="rId13"/>
    <p:sldLayoutId id="2147483774" r:id="rId14"/>
    <p:sldLayoutId id="2147483775" r:id="rId15"/>
    <p:sldLayoutId id="2147483776" r:id="rId16"/>
    <p:sldLayoutId id="2147483777" r:id="rId17"/>
    <p:sldLayoutId id="2147483778" r:id="rId18"/>
    <p:sldLayoutId id="2147483779" r:id="rId19"/>
    <p:sldLayoutId id="2147483780" r:id="rId20"/>
    <p:sldLayoutId id="2147483781" r:id="rId21"/>
    <p:sldLayoutId id="2147483782" r:id="rId22"/>
    <p:sldLayoutId id="2147483783" r:id="rId23"/>
    <p:sldLayoutId id="2147483784" r:id="rId24"/>
    <p:sldLayoutId id="2147483785" r:id="rId25"/>
    <p:sldLayoutId id="2147483786" r:id="rId26"/>
    <p:sldLayoutId id="2147483787" r:id="rId27"/>
  </p:sldLayoutIdLst>
  <p:txStyles>
    <p:titleStyle>
      <a:lvl1pPr algn="l" defTabSz="685800" rtl="0" eaLnBrk="1" latinLnBrk="0" hangingPunct="1">
        <a:lnSpc>
          <a:spcPct val="85000"/>
        </a:lnSpc>
        <a:spcBef>
          <a:spcPct val="0"/>
        </a:spcBef>
        <a:buNone/>
        <a:defRPr sz="2250" b="0" kern="1200" spc="-83" baseline="0">
          <a:solidFill>
            <a:schemeClr val="tx1"/>
          </a:solidFill>
          <a:latin typeface="+mj-lt"/>
          <a:ea typeface="+mj-ea"/>
          <a:cs typeface="+mj-cs"/>
        </a:defRPr>
      </a:lvl1pPr>
    </p:titleStyle>
    <p:bodyStyle>
      <a:lvl1pPr marL="0" indent="0" algn="l" defTabSz="685800" rtl="0" eaLnBrk="1" latinLnBrk="0" hangingPunct="1">
        <a:lnSpc>
          <a:spcPct val="120000"/>
        </a:lnSpc>
        <a:spcBef>
          <a:spcPts val="750"/>
        </a:spcBef>
        <a:buFont typeface="Arial" panose="020B0604020202020204" pitchFamily="34" charset="0"/>
        <a:buNone/>
        <a:defRPr sz="1050" kern="1200">
          <a:solidFill>
            <a:schemeClr val="tx1"/>
          </a:solidFill>
          <a:latin typeface="+mn-lt"/>
          <a:ea typeface="+mn-ea"/>
          <a:cs typeface="+mn-cs"/>
        </a:defRPr>
      </a:lvl1pPr>
      <a:lvl2pPr marL="171450" indent="0" algn="l" defTabSz="685800" rtl="0" eaLnBrk="1" latinLnBrk="0" hangingPunct="1">
        <a:lnSpc>
          <a:spcPct val="120000"/>
        </a:lnSpc>
        <a:spcBef>
          <a:spcPts val="375"/>
        </a:spcBef>
        <a:buFont typeface="Arial" panose="020B0604020202020204" pitchFamily="34" charset="0"/>
        <a:buNone/>
        <a:defRPr sz="1050" kern="1200">
          <a:solidFill>
            <a:schemeClr val="tx1"/>
          </a:solidFill>
          <a:latin typeface="+mn-lt"/>
          <a:ea typeface="+mn-ea"/>
          <a:cs typeface="+mn-cs"/>
        </a:defRPr>
      </a:lvl2pPr>
      <a:lvl3pPr marL="342900" indent="0" algn="l" defTabSz="685800" rtl="0" eaLnBrk="1" latinLnBrk="0" hangingPunct="1">
        <a:lnSpc>
          <a:spcPct val="120000"/>
        </a:lnSpc>
        <a:spcBef>
          <a:spcPts val="375"/>
        </a:spcBef>
        <a:buFont typeface="Arial" panose="020B0604020202020204" pitchFamily="34" charset="0"/>
        <a:buNone/>
        <a:defRPr sz="1050" kern="1200">
          <a:solidFill>
            <a:schemeClr val="tx1"/>
          </a:solidFill>
          <a:latin typeface="+mn-lt"/>
          <a:ea typeface="+mn-ea"/>
          <a:cs typeface="+mn-cs"/>
        </a:defRPr>
      </a:lvl3pPr>
      <a:lvl4pPr marL="514350" indent="0" algn="l" defTabSz="685800" rtl="0" eaLnBrk="1" latinLnBrk="0" hangingPunct="1">
        <a:lnSpc>
          <a:spcPct val="120000"/>
        </a:lnSpc>
        <a:spcBef>
          <a:spcPts val="375"/>
        </a:spcBef>
        <a:buFont typeface="Arial" panose="020B0604020202020204" pitchFamily="34" charset="0"/>
        <a:buNone/>
        <a:defRPr sz="1050" kern="1200">
          <a:solidFill>
            <a:schemeClr val="tx1"/>
          </a:solidFill>
          <a:latin typeface="+mn-lt"/>
          <a:ea typeface="+mn-ea"/>
          <a:cs typeface="+mn-cs"/>
        </a:defRPr>
      </a:lvl4pPr>
      <a:lvl5pPr marL="685800" indent="0" algn="l" defTabSz="685800" rtl="0" eaLnBrk="1" latinLnBrk="0" hangingPunct="1">
        <a:lnSpc>
          <a:spcPct val="120000"/>
        </a:lnSpc>
        <a:spcBef>
          <a:spcPts val="375"/>
        </a:spcBef>
        <a:buFont typeface="Arial" panose="020B0604020202020204" pitchFamily="34" charset="0"/>
        <a:buNone/>
        <a:defRPr sz="10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64">
          <p15:clr>
            <a:srgbClr val="F26B43"/>
          </p15:clr>
        </p15:guide>
        <p15:guide id="4" orient="horz" pos="264">
          <p15:clr>
            <a:srgbClr val="F26B43"/>
          </p15:clr>
        </p15:guide>
        <p15:guide id="5" pos="7416">
          <p15:clr>
            <a:srgbClr val="F26B43"/>
          </p15:clr>
        </p15:guide>
        <p15:guide id="12" pos="4632">
          <p15:clr>
            <a:srgbClr val="F26B43"/>
          </p15:clr>
        </p15:guide>
        <p15:guide id="13" pos="5544">
          <p15:clr>
            <a:srgbClr val="F26B43"/>
          </p15:clr>
        </p15:guide>
        <p15:guide id="26" pos="2784">
          <p15:clr>
            <a:srgbClr val="F26B43"/>
          </p15:clr>
        </p15:guide>
        <p15:guide id="27" pos="3048">
          <p15:clr>
            <a:srgbClr val="F26B43"/>
          </p15:clr>
        </p15:guide>
        <p15:guide id="29" pos="3960">
          <p15:clr>
            <a:srgbClr val="F26B43"/>
          </p15:clr>
        </p15:guide>
        <p15:guide id="30" pos="1176">
          <p15:clr>
            <a:srgbClr val="F26B43"/>
          </p15:clr>
        </p15:guide>
        <p15:guide id="31" pos="912">
          <p15:clr>
            <a:srgbClr val="F26B43"/>
          </p15:clr>
        </p15:guide>
        <p15:guide id="32" pos="3696">
          <p15:clr>
            <a:srgbClr val="F26B43"/>
          </p15:clr>
        </p15:guide>
        <p15:guide id="33" pos="1848">
          <p15:clr>
            <a:srgbClr val="F26B43"/>
          </p15:clr>
        </p15:guide>
        <p15:guide id="34" pos="2112">
          <p15:clr>
            <a:srgbClr val="F26B43"/>
          </p15:clr>
        </p15:guide>
        <p15:guide id="36" pos="6528">
          <p15:clr>
            <a:srgbClr val="F26B43"/>
          </p15:clr>
        </p15:guide>
        <p15:guide id="37" pos="6744">
          <p15:clr>
            <a:srgbClr val="F26B43"/>
          </p15:clr>
        </p15:guide>
        <p15:guide id="42" orient="horz" pos="393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brightspace.cuny.edu/d2l/lms/dropbox/user/folder_submit_files.d2l?db=2666759&amp;grpid=0&amp;isprv=0&amp;bp=0&amp;ou=1344370"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721445" y="1820487"/>
            <a:ext cx="3600450" cy="2762187"/>
          </a:xfrm>
        </p:spPr>
        <p:txBody>
          <a:bodyPr/>
          <a:lstStyle/>
          <a:p>
            <a:pPr>
              <a:defRPr sz="4000" b="1"/>
            </a:pPr>
            <a:r>
              <a:rPr dirty="0"/>
              <a:t>IIJA Funding Allocation:</a:t>
            </a:r>
          </a:p>
          <a:p>
            <a:pPr>
              <a:defRPr sz="4000" b="1"/>
            </a:pPr>
            <a:r>
              <a:rPr dirty="0"/>
              <a:t>Analyzing Equity and Political Bias</a:t>
            </a:r>
          </a:p>
        </p:txBody>
      </p:sp>
      <p:sp>
        <p:nvSpPr>
          <p:cNvPr id="3" name="Subtitle 2"/>
          <p:cNvSpPr>
            <a:spLocks noGrp="1"/>
          </p:cNvSpPr>
          <p:nvPr>
            <p:ph type="subTitle" idx="1"/>
          </p:nvPr>
        </p:nvSpPr>
        <p:spPr>
          <a:xfrm>
            <a:off x="4721445" y="4714821"/>
            <a:ext cx="3783458" cy="1636818"/>
          </a:xfrm>
        </p:spPr>
        <p:txBody>
          <a:bodyPr>
            <a:normAutofit/>
          </a:bodyPr>
          <a:lstStyle/>
          <a:p>
            <a:r>
              <a:rPr sz="1500" dirty="0"/>
              <a:t>Mei Qi Ng</a:t>
            </a:r>
          </a:p>
          <a:p>
            <a:r>
              <a:rPr sz="1500" dirty="0"/>
              <a:t>FALL 2026 DATA 608: Story 1 </a:t>
            </a:r>
            <a:r>
              <a:rPr lang="en-US" sz="1500" b="1" dirty="0">
                <a:hlinkClick r:id="rId3" tooltip="Submit files to Story - 1 : Infrastructure Investment &amp; Jobs Act Funding Allocation"/>
              </a:rPr>
              <a:t>Infrastructure Investment &amp; Jobs Act Funding Allocation</a:t>
            </a:r>
            <a:endParaRPr lang="en-US" sz="1500" dirty="0"/>
          </a:p>
          <a:p>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2063" y="543240"/>
            <a:ext cx="8553103" cy="876193"/>
          </a:xfrm>
        </p:spPr>
        <p:txBody>
          <a:bodyPr/>
          <a:lstStyle/>
          <a:p>
            <a:pPr>
              <a:defRPr sz="2400" b="1"/>
            </a:pPr>
            <a:r>
              <a:rPr dirty="0"/>
              <a:t>Total dollars hide the true story; accurate analysis requires per-capita normalization.</a:t>
            </a:r>
          </a:p>
        </p:txBody>
      </p:sp>
      <p:sp>
        <p:nvSpPr>
          <p:cNvPr id="3" name="Content Placeholder 2"/>
          <p:cNvSpPr>
            <a:spLocks noGrp="1"/>
          </p:cNvSpPr>
          <p:nvPr>
            <p:ph idx="1"/>
          </p:nvPr>
        </p:nvSpPr>
        <p:spPr>
          <a:xfrm>
            <a:off x="656360" y="1533832"/>
            <a:ext cx="7456807" cy="4305300"/>
          </a:xfrm>
        </p:spPr>
        <p:txBody>
          <a:bodyPr/>
          <a:lstStyle/>
          <a:p>
            <a:pPr>
              <a:defRPr b="1"/>
            </a:pPr>
            <a:r>
              <a:rPr sz="1800" dirty="0"/>
              <a:t>Data Sources:</a:t>
            </a:r>
          </a:p>
          <a:p>
            <a:pPr marL="342900" lvl="1" indent="-171450">
              <a:buFont typeface="Arial" panose="020B0604020202020204" pitchFamily="34" charset="0"/>
              <a:buChar char="•"/>
            </a:pPr>
            <a:r>
              <a:rPr sz="1800" dirty="0"/>
              <a:t>IIJA Excel Funding Dataset</a:t>
            </a:r>
          </a:p>
          <a:p>
            <a:pPr marL="342900" lvl="1" indent="-171450">
              <a:buFont typeface="Arial" panose="020B0604020202020204" pitchFamily="34" charset="0"/>
              <a:buChar char="•"/>
            </a:pPr>
            <a:r>
              <a:rPr sz="1800" dirty="0"/>
              <a:t>U.S. Census 2020 Population Estimates</a:t>
            </a:r>
          </a:p>
          <a:p>
            <a:pPr marL="342900" lvl="1" indent="-171450">
              <a:buFont typeface="Arial" panose="020B0604020202020204" pitchFamily="34" charset="0"/>
              <a:buChar char="•"/>
            </a:pPr>
            <a:r>
              <a:rPr sz="1800" dirty="0"/>
              <a:t>MEDSL 2020 Presidential Election Results</a:t>
            </a:r>
            <a:endParaRPr lang="en-US" sz="1800" dirty="0"/>
          </a:p>
          <a:p>
            <a:pPr marL="342900" lvl="1" indent="-171450">
              <a:buFont typeface="Arial" panose="020B0604020202020204" pitchFamily="34" charset="0"/>
              <a:buChar char="•"/>
            </a:pPr>
            <a:endParaRPr lang="en-US" sz="1800" dirty="0"/>
          </a:p>
          <a:p>
            <a:r>
              <a:rPr lang="en-US" sz="1800" b="1" dirty="0"/>
              <a:t>Story Development Focus:</a:t>
            </a:r>
            <a:endParaRPr lang="en-US" sz="1800" dirty="0"/>
          </a:p>
          <a:p>
            <a:pPr lvl="0"/>
            <a:r>
              <a:rPr lang="en-US" sz="1800" b="1" dirty="0"/>
              <a:t>Simplicity (Data-Ink Ratio):</a:t>
            </a:r>
            <a:r>
              <a:rPr lang="en-US" sz="1800" dirty="0"/>
              <a:t> Removed redundant axes and gray background; added text callout for emphasis and direct data labels to reduce load.</a:t>
            </a:r>
          </a:p>
          <a:p>
            <a:pPr lvl="0"/>
            <a:r>
              <a:rPr lang="en-US" sz="1800" b="1" dirty="0"/>
              <a:t>Amity (Visual Framework):</a:t>
            </a:r>
            <a:r>
              <a:rPr lang="en-US" sz="1800" dirty="0"/>
              <a:t> Applied Red/Blue political color mapping so the core message pops out.</a:t>
            </a:r>
          </a:p>
          <a:p>
            <a:pPr marL="342900" lvl="1" indent="-171450">
              <a:buFont typeface="Arial" panose="020B0604020202020204" pitchFamily="34" charset="0"/>
              <a:buChar char="•"/>
            </a:pPr>
            <a:endParaRPr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F7703-A60C-3099-B96A-CF8808775F4E}"/>
              </a:ext>
            </a:extLst>
          </p:cNvPr>
          <p:cNvSpPr>
            <a:spLocks noGrp="1"/>
          </p:cNvSpPr>
          <p:nvPr>
            <p:ph type="title"/>
          </p:nvPr>
        </p:nvSpPr>
        <p:spPr>
          <a:xfrm>
            <a:off x="322063" y="441230"/>
            <a:ext cx="8248303" cy="876193"/>
          </a:xfrm>
        </p:spPr>
        <p:txBody>
          <a:bodyPr>
            <a:normAutofit/>
          </a:bodyPr>
          <a:lstStyle/>
          <a:p>
            <a:r>
              <a:rPr lang="en-US" sz="2400" b="1" dirty="0"/>
              <a:t>Illusion of Total Funding : appears equitable by population</a:t>
            </a:r>
          </a:p>
        </p:txBody>
      </p:sp>
      <p:pic>
        <p:nvPicPr>
          <p:cNvPr id="6" name="Content Placeholder 5">
            <a:extLst>
              <a:ext uri="{FF2B5EF4-FFF2-40B4-BE49-F238E27FC236}">
                <a16:creationId xmlns:a16="http://schemas.microsoft.com/office/drawing/2014/main" id="{38620C33-86AA-EA56-C2E3-56D10EA292A3}"/>
              </a:ext>
            </a:extLst>
          </p:cNvPr>
          <p:cNvPicPr>
            <a:picLocks noGrp="1" noChangeAspect="1"/>
          </p:cNvPicPr>
          <p:nvPr>
            <p:ph idx="1"/>
          </p:nvPr>
        </p:nvPicPr>
        <p:blipFill>
          <a:blip r:embed="rId3"/>
          <a:stretch>
            <a:fillRect/>
          </a:stretch>
        </p:blipFill>
        <p:spPr>
          <a:xfrm>
            <a:off x="322063" y="1040089"/>
            <a:ext cx="8334323" cy="5096759"/>
          </a:xfrm>
          <a:prstGeom prst="rect">
            <a:avLst/>
          </a:prstGeom>
        </p:spPr>
      </p:pic>
    </p:spTree>
    <p:extLst>
      <p:ext uri="{BB962C8B-B14F-4D97-AF65-F5344CB8AC3E}">
        <p14:creationId xmlns:p14="http://schemas.microsoft.com/office/powerpoint/2010/main" val="23619835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771" y="344511"/>
            <a:ext cx="8356458" cy="876193"/>
          </a:xfrm>
        </p:spPr>
        <p:txBody>
          <a:bodyPr>
            <a:normAutofit/>
          </a:bodyPr>
          <a:lstStyle/>
          <a:p>
            <a:pPr>
              <a:defRPr sz="2400" b="1"/>
            </a:pPr>
            <a:r>
              <a:rPr lang="en-US" dirty="0"/>
              <a:t>Reality: Infrastructure allocation heavily favors low-density states</a:t>
            </a:r>
            <a:endParaRPr dirty="0"/>
          </a:p>
        </p:txBody>
      </p:sp>
      <p:sp>
        <p:nvSpPr>
          <p:cNvPr id="3" name="TextBox 2"/>
          <p:cNvSpPr txBox="1"/>
          <p:nvPr/>
        </p:nvSpPr>
        <p:spPr>
          <a:xfrm>
            <a:off x="3135529" y="5642697"/>
            <a:ext cx="3481581" cy="923330"/>
          </a:xfrm>
          <a:prstGeom prst="rect">
            <a:avLst/>
          </a:prstGeom>
          <a:noFill/>
        </p:spPr>
        <p:txBody>
          <a:bodyPr wrap="square">
            <a:spAutoFit/>
          </a:bodyPr>
          <a:lstStyle/>
          <a:p>
            <a:br>
              <a:rPr dirty="0"/>
            </a:br>
            <a:r>
              <a:rPr dirty="0"/>
              <a:t>• Extreme Disparity</a:t>
            </a:r>
            <a:endParaRPr lang="en-US" dirty="0"/>
          </a:p>
          <a:p>
            <a:r>
              <a:rPr dirty="0"/>
              <a:t>• Geographic Factor</a:t>
            </a:r>
          </a:p>
        </p:txBody>
      </p:sp>
      <p:pic>
        <p:nvPicPr>
          <p:cNvPr id="5" name="Picture 4">
            <a:extLst>
              <a:ext uri="{FF2B5EF4-FFF2-40B4-BE49-F238E27FC236}">
                <a16:creationId xmlns:a16="http://schemas.microsoft.com/office/drawing/2014/main" id="{77D3BB61-A0B5-0096-3A3C-131ADACBADE4}"/>
              </a:ext>
            </a:extLst>
          </p:cNvPr>
          <p:cNvPicPr>
            <a:picLocks noChangeAspect="1"/>
          </p:cNvPicPr>
          <p:nvPr/>
        </p:nvPicPr>
        <p:blipFill>
          <a:blip r:embed="rId3"/>
          <a:stretch>
            <a:fillRect/>
          </a:stretch>
        </p:blipFill>
        <p:spPr>
          <a:xfrm>
            <a:off x="393771" y="1013546"/>
            <a:ext cx="8356458" cy="484992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3078" y="249615"/>
            <a:ext cx="7766522" cy="876193"/>
          </a:xfrm>
        </p:spPr>
        <p:txBody>
          <a:bodyPr>
            <a:normAutofit/>
          </a:bodyPr>
          <a:lstStyle/>
          <a:p>
            <a:pPr>
              <a:defRPr sz="2400" b="1"/>
            </a:pPr>
            <a:r>
              <a:rPr lang="en-US" dirty="0"/>
              <a:t>Political Bias: Allocation financially favors Trump-won states.</a:t>
            </a:r>
            <a:endParaRPr dirty="0"/>
          </a:p>
        </p:txBody>
      </p:sp>
      <p:sp>
        <p:nvSpPr>
          <p:cNvPr id="3" name="TextBox 2"/>
          <p:cNvSpPr txBox="1"/>
          <p:nvPr/>
        </p:nvSpPr>
        <p:spPr>
          <a:xfrm>
            <a:off x="3406877" y="5384906"/>
            <a:ext cx="3156156" cy="1200329"/>
          </a:xfrm>
          <a:prstGeom prst="rect">
            <a:avLst/>
          </a:prstGeom>
          <a:noFill/>
        </p:spPr>
        <p:txBody>
          <a:bodyPr wrap="square">
            <a:spAutoFit/>
          </a:bodyPr>
          <a:lstStyle/>
          <a:p>
            <a:endParaRPr dirty="0"/>
          </a:p>
          <a:p>
            <a:br>
              <a:rPr dirty="0"/>
            </a:br>
            <a:r>
              <a:rPr dirty="0"/>
              <a:t>• The Median Advantage</a:t>
            </a:r>
            <a:endParaRPr lang="en-US" dirty="0"/>
          </a:p>
          <a:p>
            <a:r>
              <a:rPr dirty="0"/>
              <a:t>• The Outlier Pull</a:t>
            </a:r>
          </a:p>
        </p:txBody>
      </p:sp>
      <p:pic>
        <p:nvPicPr>
          <p:cNvPr id="8" name="Picture 7">
            <a:extLst>
              <a:ext uri="{FF2B5EF4-FFF2-40B4-BE49-F238E27FC236}">
                <a16:creationId xmlns:a16="http://schemas.microsoft.com/office/drawing/2014/main" id="{C9420CC5-6834-547F-2529-167135CDE315}"/>
              </a:ext>
            </a:extLst>
          </p:cNvPr>
          <p:cNvPicPr>
            <a:picLocks noChangeAspect="1"/>
          </p:cNvPicPr>
          <p:nvPr/>
        </p:nvPicPr>
        <p:blipFill>
          <a:blip r:embed="rId3"/>
          <a:stretch>
            <a:fillRect/>
          </a:stretch>
        </p:blipFill>
        <p:spPr>
          <a:xfrm>
            <a:off x="538492" y="925888"/>
            <a:ext cx="7973911" cy="492416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2063" y="798879"/>
            <a:ext cx="8477808" cy="1079082"/>
          </a:xfrm>
        </p:spPr>
        <p:txBody>
          <a:bodyPr/>
          <a:lstStyle/>
          <a:p>
            <a:pPr>
              <a:defRPr sz="2400" b="1"/>
            </a:pPr>
            <a:r>
              <a:rPr dirty="0"/>
              <a:t>Geographic infrastructure formulas benefit conservative-leaning rural populations.</a:t>
            </a:r>
          </a:p>
        </p:txBody>
      </p:sp>
      <p:sp>
        <p:nvSpPr>
          <p:cNvPr id="3" name="Content Placeholder 2"/>
          <p:cNvSpPr>
            <a:spLocks noGrp="1"/>
          </p:cNvSpPr>
          <p:nvPr>
            <p:ph idx="1"/>
          </p:nvPr>
        </p:nvSpPr>
        <p:spPr>
          <a:xfrm>
            <a:off x="523624" y="2212258"/>
            <a:ext cx="8477808" cy="3195484"/>
          </a:xfrm>
        </p:spPr>
        <p:txBody>
          <a:bodyPr>
            <a:normAutofit/>
          </a:bodyPr>
          <a:lstStyle/>
          <a:p>
            <a:pPr>
              <a:defRPr b="1"/>
            </a:pPr>
            <a:r>
              <a:rPr sz="2000" dirty="0"/>
              <a:t>1. Is the allocation equitable based on population</a:t>
            </a:r>
            <a:endParaRPr lang="en-US" sz="2000" dirty="0"/>
          </a:p>
          <a:p>
            <a:pPr>
              <a:defRPr b="1"/>
            </a:pPr>
            <a:r>
              <a:rPr lang="en-US" sz="2000" dirty="0"/>
              <a:t>	</a:t>
            </a:r>
            <a:r>
              <a:rPr lang="en-US" sz="2000" dirty="0">
                <a:solidFill>
                  <a:srgbClr val="00B0F0"/>
                </a:solidFill>
              </a:rPr>
              <a:t>NO, not population-equitable. Low-population bias.</a:t>
            </a:r>
          </a:p>
          <a:p>
            <a:pPr>
              <a:defRPr b="1"/>
            </a:pPr>
            <a:endParaRPr sz="2000" dirty="0">
              <a:solidFill>
                <a:srgbClr val="00B0F0"/>
              </a:solidFill>
            </a:endParaRPr>
          </a:p>
          <a:p>
            <a:pPr>
              <a:defRPr b="1"/>
            </a:pPr>
            <a:r>
              <a:rPr sz="2000" dirty="0"/>
              <a:t>2. Does the allocation favor the political interests of the Biden administration?</a:t>
            </a:r>
          </a:p>
          <a:p>
            <a:pPr lvl="1"/>
            <a:r>
              <a:rPr lang="en-US" sz="2000" b="1" dirty="0"/>
              <a:t>	</a:t>
            </a:r>
            <a:r>
              <a:rPr sz="2000" b="1" dirty="0">
                <a:solidFill>
                  <a:srgbClr val="FF0000"/>
                </a:solidFill>
              </a:rPr>
              <a:t>N</a:t>
            </a:r>
            <a:r>
              <a:rPr lang="en-US" sz="2000" b="1" dirty="0">
                <a:solidFill>
                  <a:srgbClr val="FF0000"/>
                </a:solidFill>
              </a:rPr>
              <a:t>O, no Biden bias. Trump-won </a:t>
            </a:r>
            <a:r>
              <a:rPr lang="en-US" sz="2000" b="1">
                <a:solidFill>
                  <a:srgbClr val="FF0000"/>
                </a:solidFill>
              </a:rPr>
              <a:t>states receive </a:t>
            </a:r>
            <a:r>
              <a:rPr lang="en-US" sz="2000" b="1" dirty="0">
                <a:solidFill>
                  <a:srgbClr val="FF0000"/>
                </a:solidFill>
              </a:rPr>
              <a:t>$116+ more at median and almost double at mean. </a:t>
            </a:r>
            <a:endParaRPr sz="2000" b="1" dirty="0">
              <a:solidFill>
                <a:srgbClr val="FF0000"/>
              </a:solidFill>
            </a:endParaRPr>
          </a:p>
        </p:txBody>
      </p:sp>
    </p:spTree>
  </p:cSld>
  <p:clrMapOvr>
    <a:masterClrMapping/>
  </p:clrMapOvr>
</p:sld>
</file>

<file path=ppt/theme/theme1.xml><?xml version="1.0" encoding="utf-8"?>
<a:theme xmlns:a="http://schemas.openxmlformats.org/drawingml/2006/main" name="Film Burn">
  <a:themeElements>
    <a:clrScheme name="Custom 2">
      <a:dk1>
        <a:srgbClr val="09090C"/>
      </a:dk1>
      <a:lt1>
        <a:sysClr val="window" lastClr="FFFFFF"/>
      </a:lt1>
      <a:dk2>
        <a:srgbClr val="000000"/>
      </a:dk2>
      <a:lt2>
        <a:srgbClr val="F9EFEC"/>
      </a:lt2>
      <a:accent1>
        <a:srgbClr val="CB49B2"/>
      </a:accent1>
      <a:accent2>
        <a:srgbClr val="7C3191"/>
      </a:accent2>
      <a:accent3>
        <a:srgbClr val="E95D48"/>
      </a:accent3>
      <a:accent4>
        <a:srgbClr val="F08E6B"/>
      </a:accent4>
      <a:accent5>
        <a:srgbClr val="D93752"/>
      </a:accent5>
      <a:accent6>
        <a:srgbClr val="EE7345"/>
      </a:accent6>
      <a:hlink>
        <a:srgbClr val="CB49B2"/>
      </a:hlink>
      <a:folHlink>
        <a:srgbClr val="E95D48"/>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lm burn" id="{4524321E-1019-4E52-AA1C-5D37B75CD749}" vid="{4A46179B-AA1B-40E1-9320-430DA2EBD8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Film Burn</Template>
  <TotalTime>489</TotalTime>
  <Words>823</Words>
  <Application>Microsoft Office PowerPoint</Application>
  <PresentationFormat>On-screen Show (4:3)</PresentationFormat>
  <Paragraphs>47</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Arial</vt:lpstr>
      <vt:lpstr>Neue Haas Grotesk Text Pro</vt:lpstr>
      <vt:lpstr>Film Burn</vt:lpstr>
      <vt:lpstr>IIJA Funding Allocation: Analyzing Equity and Political Bias</vt:lpstr>
      <vt:lpstr>Total dollars hide the true story; accurate analysis requires per-capita normalization.</vt:lpstr>
      <vt:lpstr>Illusion of Total Funding : appears equitable by population</vt:lpstr>
      <vt:lpstr>Reality: Infrastructure allocation heavily favors low-density states</vt:lpstr>
      <vt:lpstr>Political Bias: Allocation financially favors Trump-won states.</vt:lpstr>
      <vt:lpstr>Geographic infrastructure formulas benefit conservative-leaning rural populations.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Maggie</dc:creator>
  <cp:keywords/>
  <dc:description>generated using python-pptx</dc:description>
  <cp:lastModifiedBy>Meiqi Ng</cp:lastModifiedBy>
  <cp:revision>14</cp:revision>
  <dcterms:created xsi:type="dcterms:W3CDTF">2013-01-27T09:14:16Z</dcterms:created>
  <dcterms:modified xsi:type="dcterms:W3CDTF">2026-09-16T19:36:34Z</dcterms:modified>
  <cp:category/>
</cp:coreProperties>
</file>